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8E5CA6-8538-4115-B136-6878DA6624DA}"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4C050AC1-5E31-4C8D-9C76-4437CA1B69C8}">
      <dgm:prSet/>
      <dgm:spPr/>
      <dgm:t>
        <a:bodyPr/>
        <a:lstStyle/>
        <a:p>
          <a:r>
            <a:rPr lang="en-IE" b="1"/>
            <a:t>What is QuarckDraw even anyway? – </a:t>
          </a:r>
          <a:r>
            <a:rPr lang="en-IE"/>
            <a:t>Essentially its Drawing game app which allows multiple people to join in, draw and vote on who has the best drawing and the amount of votes.</a:t>
          </a:r>
          <a:endParaRPr lang="en-US"/>
        </a:p>
      </dgm:t>
    </dgm:pt>
    <dgm:pt modelId="{FBED2B9D-70DD-4852-BAF1-4B238766D2CA}" type="parTrans" cxnId="{354097C6-A8F6-4D62-8F4D-F9E6BC8E0F6A}">
      <dgm:prSet/>
      <dgm:spPr/>
      <dgm:t>
        <a:bodyPr/>
        <a:lstStyle/>
        <a:p>
          <a:endParaRPr lang="en-US"/>
        </a:p>
      </dgm:t>
    </dgm:pt>
    <dgm:pt modelId="{04375476-E22A-4938-95CA-90DF854F147E}" type="sibTrans" cxnId="{354097C6-A8F6-4D62-8F4D-F9E6BC8E0F6A}">
      <dgm:prSet/>
      <dgm:spPr/>
      <dgm:t>
        <a:bodyPr/>
        <a:lstStyle/>
        <a:p>
          <a:endParaRPr lang="en-US"/>
        </a:p>
      </dgm:t>
    </dgm:pt>
    <dgm:pt modelId="{038A3BBC-9A93-4887-A615-5781EB775F11}">
      <dgm:prSet/>
      <dgm:spPr/>
      <dgm:t>
        <a:bodyPr/>
        <a:lstStyle/>
        <a:p>
          <a:r>
            <a:rPr lang="en-IE" b="1"/>
            <a:t>What the big idea? - </a:t>
          </a:r>
          <a:r>
            <a:rPr lang="en-IE"/>
            <a:t> We want to thought that people need to expand and also be able to draw as fast as possible given that the task that they were given so that they can produce it within the time allocated</a:t>
          </a:r>
          <a:endParaRPr lang="en-US"/>
        </a:p>
      </dgm:t>
    </dgm:pt>
    <dgm:pt modelId="{BCBB725C-40C2-4E36-843D-E22511A69312}" type="parTrans" cxnId="{EC8250C6-E2EA-4E2F-8CE3-F0239188D050}">
      <dgm:prSet/>
      <dgm:spPr/>
      <dgm:t>
        <a:bodyPr/>
        <a:lstStyle/>
        <a:p>
          <a:endParaRPr lang="en-US"/>
        </a:p>
      </dgm:t>
    </dgm:pt>
    <dgm:pt modelId="{896EE666-772F-434B-85ED-CDF01EA7B0F6}" type="sibTrans" cxnId="{EC8250C6-E2EA-4E2F-8CE3-F0239188D050}">
      <dgm:prSet/>
      <dgm:spPr/>
      <dgm:t>
        <a:bodyPr/>
        <a:lstStyle/>
        <a:p>
          <a:endParaRPr lang="en-US"/>
        </a:p>
      </dgm:t>
    </dgm:pt>
    <dgm:pt modelId="{D61EF10B-80D2-41DF-B6D0-CD94C1DFC958}">
      <dgm:prSet/>
      <dgm:spPr/>
      <dgm:t>
        <a:bodyPr/>
        <a:lstStyle/>
        <a:p>
          <a:r>
            <a:rPr lang="en-IE" b="1"/>
            <a:t>The solution</a:t>
          </a:r>
          <a:r>
            <a:rPr lang="en-IE"/>
            <a:t> – We wanted to create sort of game that allows the AI to choose which prompt it can come up and let the users draw with given tools and vote on whose drawing is the best out of all.</a:t>
          </a:r>
          <a:endParaRPr lang="en-US"/>
        </a:p>
      </dgm:t>
    </dgm:pt>
    <dgm:pt modelId="{546CCF56-C8A1-4112-8232-E7E83F6F9165}" type="parTrans" cxnId="{1C298BDC-9B8A-4F15-9D45-DD8FCBBD06F0}">
      <dgm:prSet/>
      <dgm:spPr/>
      <dgm:t>
        <a:bodyPr/>
        <a:lstStyle/>
        <a:p>
          <a:endParaRPr lang="en-US"/>
        </a:p>
      </dgm:t>
    </dgm:pt>
    <dgm:pt modelId="{6993AD4B-B07F-4515-8FDD-160E02940D18}" type="sibTrans" cxnId="{1C298BDC-9B8A-4F15-9D45-DD8FCBBD06F0}">
      <dgm:prSet/>
      <dgm:spPr/>
      <dgm:t>
        <a:bodyPr/>
        <a:lstStyle/>
        <a:p>
          <a:endParaRPr lang="en-US"/>
        </a:p>
      </dgm:t>
    </dgm:pt>
    <dgm:pt modelId="{C67B910D-6404-4591-948D-4680898F30A8}">
      <dgm:prSet/>
      <dgm:spPr/>
      <dgm:t>
        <a:bodyPr/>
        <a:lstStyle/>
        <a:p>
          <a:r>
            <a:rPr lang="en-IE" b="1"/>
            <a:t>Call to Action – </a:t>
          </a:r>
          <a:r>
            <a:rPr lang="en-IE"/>
            <a:t>Essentially our objective is that we want the users to be able to share their creativity process and be able to show the capabilities on that work within a certain timeframe.</a:t>
          </a:r>
          <a:endParaRPr lang="en-US"/>
        </a:p>
      </dgm:t>
    </dgm:pt>
    <dgm:pt modelId="{6E835E38-0F81-4C48-B8E8-5FF7158045EE}" type="parTrans" cxnId="{A31FBDC1-465F-4824-8B45-AC530D747267}">
      <dgm:prSet/>
      <dgm:spPr/>
      <dgm:t>
        <a:bodyPr/>
        <a:lstStyle/>
        <a:p>
          <a:endParaRPr lang="en-US"/>
        </a:p>
      </dgm:t>
    </dgm:pt>
    <dgm:pt modelId="{1C5D1BFD-35F5-475C-9B24-2A32EB99269F}" type="sibTrans" cxnId="{A31FBDC1-465F-4824-8B45-AC530D747267}">
      <dgm:prSet/>
      <dgm:spPr/>
      <dgm:t>
        <a:bodyPr/>
        <a:lstStyle/>
        <a:p>
          <a:endParaRPr lang="en-US"/>
        </a:p>
      </dgm:t>
    </dgm:pt>
    <dgm:pt modelId="{0D512282-B5E1-4E3C-ACA8-A187780EDAC1}" type="pres">
      <dgm:prSet presAssocID="{4A8E5CA6-8538-4115-B136-6878DA6624DA}" presName="vert0" presStyleCnt="0">
        <dgm:presLayoutVars>
          <dgm:dir/>
          <dgm:animOne val="branch"/>
          <dgm:animLvl val="lvl"/>
        </dgm:presLayoutVars>
      </dgm:prSet>
      <dgm:spPr/>
    </dgm:pt>
    <dgm:pt modelId="{08F23635-A953-4FDB-828A-5DE25EAFFD93}" type="pres">
      <dgm:prSet presAssocID="{4C050AC1-5E31-4C8D-9C76-4437CA1B69C8}" presName="thickLine" presStyleLbl="alignNode1" presStyleIdx="0" presStyleCnt="4"/>
      <dgm:spPr/>
    </dgm:pt>
    <dgm:pt modelId="{A91AFB59-537F-4DFF-AB76-9CC7FC8A4962}" type="pres">
      <dgm:prSet presAssocID="{4C050AC1-5E31-4C8D-9C76-4437CA1B69C8}" presName="horz1" presStyleCnt="0"/>
      <dgm:spPr/>
    </dgm:pt>
    <dgm:pt modelId="{D659D575-76BC-4B8F-880E-F26274BA1C0B}" type="pres">
      <dgm:prSet presAssocID="{4C050AC1-5E31-4C8D-9C76-4437CA1B69C8}" presName="tx1" presStyleLbl="revTx" presStyleIdx="0" presStyleCnt="4"/>
      <dgm:spPr/>
    </dgm:pt>
    <dgm:pt modelId="{A8BE285F-19DA-448F-93F0-2DBD0BA8BCD4}" type="pres">
      <dgm:prSet presAssocID="{4C050AC1-5E31-4C8D-9C76-4437CA1B69C8}" presName="vert1" presStyleCnt="0"/>
      <dgm:spPr/>
    </dgm:pt>
    <dgm:pt modelId="{4C188E65-BDD4-40CE-9C96-7322392E1A19}" type="pres">
      <dgm:prSet presAssocID="{038A3BBC-9A93-4887-A615-5781EB775F11}" presName="thickLine" presStyleLbl="alignNode1" presStyleIdx="1" presStyleCnt="4"/>
      <dgm:spPr/>
    </dgm:pt>
    <dgm:pt modelId="{57577F7D-E196-4623-B787-CAA9AD8C25B8}" type="pres">
      <dgm:prSet presAssocID="{038A3BBC-9A93-4887-A615-5781EB775F11}" presName="horz1" presStyleCnt="0"/>
      <dgm:spPr/>
    </dgm:pt>
    <dgm:pt modelId="{AA0876FC-3B4B-419B-841E-5EBFE2CFD31D}" type="pres">
      <dgm:prSet presAssocID="{038A3BBC-9A93-4887-A615-5781EB775F11}" presName="tx1" presStyleLbl="revTx" presStyleIdx="1" presStyleCnt="4"/>
      <dgm:spPr/>
    </dgm:pt>
    <dgm:pt modelId="{72D8F8CB-A3B0-4AA3-B014-723E4A73A015}" type="pres">
      <dgm:prSet presAssocID="{038A3BBC-9A93-4887-A615-5781EB775F11}" presName="vert1" presStyleCnt="0"/>
      <dgm:spPr/>
    </dgm:pt>
    <dgm:pt modelId="{2822437D-A989-4CCD-9B4D-FD5D10F60AD1}" type="pres">
      <dgm:prSet presAssocID="{D61EF10B-80D2-41DF-B6D0-CD94C1DFC958}" presName="thickLine" presStyleLbl="alignNode1" presStyleIdx="2" presStyleCnt="4"/>
      <dgm:spPr/>
    </dgm:pt>
    <dgm:pt modelId="{EFD00D75-B84B-43E6-A8A3-5DB6FE057DF6}" type="pres">
      <dgm:prSet presAssocID="{D61EF10B-80D2-41DF-B6D0-CD94C1DFC958}" presName="horz1" presStyleCnt="0"/>
      <dgm:spPr/>
    </dgm:pt>
    <dgm:pt modelId="{D843310A-A963-4670-B69D-812AC3E50C63}" type="pres">
      <dgm:prSet presAssocID="{D61EF10B-80D2-41DF-B6D0-CD94C1DFC958}" presName="tx1" presStyleLbl="revTx" presStyleIdx="2" presStyleCnt="4"/>
      <dgm:spPr/>
    </dgm:pt>
    <dgm:pt modelId="{5DB982D0-F817-4587-9F73-718FA8AE9F7C}" type="pres">
      <dgm:prSet presAssocID="{D61EF10B-80D2-41DF-B6D0-CD94C1DFC958}" presName="vert1" presStyleCnt="0"/>
      <dgm:spPr/>
    </dgm:pt>
    <dgm:pt modelId="{5479729A-75DB-4F8A-B03B-BF8D92E3AB81}" type="pres">
      <dgm:prSet presAssocID="{C67B910D-6404-4591-948D-4680898F30A8}" presName="thickLine" presStyleLbl="alignNode1" presStyleIdx="3" presStyleCnt="4"/>
      <dgm:spPr/>
    </dgm:pt>
    <dgm:pt modelId="{51687683-929C-43B9-8299-513366512DFC}" type="pres">
      <dgm:prSet presAssocID="{C67B910D-6404-4591-948D-4680898F30A8}" presName="horz1" presStyleCnt="0"/>
      <dgm:spPr/>
    </dgm:pt>
    <dgm:pt modelId="{A4FD97EA-BB33-4721-8FD1-5BA64BE3F64E}" type="pres">
      <dgm:prSet presAssocID="{C67B910D-6404-4591-948D-4680898F30A8}" presName="tx1" presStyleLbl="revTx" presStyleIdx="3" presStyleCnt="4"/>
      <dgm:spPr/>
    </dgm:pt>
    <dgm:pt modelId="{C9C40131-CB68-4C04-9DEB-975939FD05ED}" type="pres">
      <dgm:prSet presAssocID="{C67B910D-6404-4591-948D-4680898F30A8}" presName="vert1" presStyleCnt="0"/>
      <dgm:spPr/>
    </dgm:pt>
  </dgm:ptLst>
  <dgm:cxnLst>
    <dgm:cxn modelId="{19C6F92E-A9D5-40DA-89B1-7B364CFF62B3}" type="presOf" srcId="{4A8E5CA6-8538-4115-B136-6878DA6624DA}" destId="{0D512282-B5E1-4E3C-ACA8-A187780EDAC1}" srcOrd="0" destOrd="0" presId="urn:microsoft.com/office/officeart/2008/layout/LinedList"/>
    <dgm:cxn modelId="{81D6BF6C-BA9B-488F-8B37-219C806F4E6E}" type="presOf" srcId="{C67B910D-6404-4591-948D-4680898F30A8}" destId="{A4FD97EA-BB33-4721-8FD1-5BA64BE3F64E}" srcOrd="0" destOrd="0" presId="urn:microsoft.com/office/officeart/2008/layout/LinedList"/>
    <dgm:cxn modelId="{94B2559A-B056-45EA-BB54-DF8CBA14D16A}" type="presOf" srcId="{D61EF10B-80D2-41DF-B6D0-CD94C1DFC958}" destId="{D843310A-A963-4670-B69D-812AC3E50C63}" srcOrd="0" destOrd="0" presId="urn:microsoft.com/office/officeart/2008/layout/LinedList"/>
    <dgm:cxn modelId="{672EC79A-806E-44CB-9EFC-4811A856A91A}" type="presOf" srcId="{038A3BBC-9A93-4887-A615-5781EB775F11}" destId="{AA0876FC-3B4B-419B-841E-5EBFE2CFD31D}" srcOrd="0" destOrd="0" presId="urn:microsoft.com/office/officeart/2008/layout/LinedList"/>
    <dgm:cxn modelId="{A31FBDC1-465F-4824-8B45-AC530D747267}" srcId="{4A8E5CA6-8538-4115-B136-6878DA6624DA}" destId="{C67B910D-6404-4591-948D-4680898F30A8}" srcOrd="3" destOrd="0" parTransId="{6E835E38-0F81-4C48-B8E8-5FF7158045EE}" sibTransId="{1C5D1BFD-35F5-475C-9B24-2A32EB99269F}"/>
    <dgm:cxn modelId="{EC8250C6-E2EA-4E2F-8CE3-F0239188D050}" srcId="{4A8E5CA6-8538-4115-B136-6878DA6624DA}" destId="{038A3BBC-9A93-4887-A615-5781EB775F11}" srcOrd="1" destOrd="0" parTransId="{BCBB725C-40C2-4E36-843D-E22511A69312}" sibTransId="{896EE666-772F-434B-85ED-CDF01EA7B0F6}"/>
    <dgm:cxn modelId="{354097C6-A8F6-4D62-8F4D-F9E6BC8E0F6A}" srcId="{4A8E5CA6-8538-4115-B136-6878DA6624DA}" destId="{4C050AC1-5E31-4C8D-9C76-4437CA1B69C8}" srcOrd="0" destOrd="0" parTransId="{FBED2B9D-70DD-4852-BAF1-4B238766D2CA}" sibTransId="{04375476-E22A-4938-95CA-90DF854F147E}"/>
    <dgm:cxn modelId="{1C298BDC-9B8A-4F15-9D45-DD8FCBBD06F0}" srcId="{4A8E5CA6-8538-4115-B136-6878DA6624DA}" destId="{D61EF10B-80D2-41DF-B6D0-CD94C1DFC958}" srcOrd="2" destOrd="0" parTransId="{546CCF56-C8A1-4112-8232-E7E83F6F9165}" sibTransId="{6993AD4B-B07F-4515-8FDD-160E02940D18}"/>
    <dgm:cxn modelId="{C804E6F2-FF1A-4EC6-BD39-A13CD6F13162}" type="presOf" srcId="{4C050AC1-5E31-4C8D-9C76-4437CA1B69C8}" destId="{D659D575-76BC-4B8F-880E-F26274BA1C0B}" srcOrd="0" destOrd="0" presId="urn:microsoft.com/office/officeart/2008/layout/LinedList"/>
    <dgm:cxn modelId="{0B313DE3-BBD3-4F1D-AF50-0BB048D1DA2A}" type="presParOf" srcId="{0D512282-B5E1-4E3C-ACA8-A187780EDAC1}" destId="{08F23635-A953-4FDB-828A-5DE25EAFFD93}" srcOrd="0" destOrd="0" presId="urn:microsoft.com/office/officeart/2008/layout/LinedList"/>
    <dgm:cxn modelId="{B30E3540-CBC8-47A9-B2B7-49C5D2E07648}" type="presParOf" srcId="{0D512282-B5E1-4E3C-ACA8-A187780EDAC1}" destId="{A91AFB59-537F-4DFF-AB76-9CC7FC8A4962}" srcOrd="1" destOrd="0" presId="urn:microsoft.com/office/officeart/2008/layout/LinedList"/>
    <dgm:cxn modelId="{BC67DDA0-2B72-4469-A905-F51873A57620}" type="presParOf" srcId="{A91AFB59-537F-4DFF-AB76-9CC7FC8A4962}" destId="{D659D575-76BC-4B8F-880E-F26274BA1C0B}" srcOrd="0" destOrd="0" presId="urn:microsoft.com/office/officeart/2008/layout/LinedList"/>
    <dgm:cxn modelId="{7376982E-569C-42AE-A06A-70163453C8C5}" type="presParOf" srcId="{A91AFB59-537F-4DFF-AB76-9CC7FC8A4962}" destId="{A8BE285F-19DA-448F-93F0-2DBD0BA8BCD4}" srcOrd="1" destOrd="0" presId="urn:microsoft.com/office/officeart/2008/layout/LinedList"/>
    <dgm:cxn modelId="{06E35CB0-D1D2-4905-802E-CC9669266CE1}" type="presParOf" srcId="{0D512282-B5E1-4E3C-ACA8-A187780EDAC1}" destId="{4C188E65-BDD4-40CE-9C96-7322392E1A19}" srcOrd="2" destOrd="0" presId="urn:microsoft.com/office/officeart/2008/layout/LinedList"/>
    <dgm:cxn modelId="{D56F244D-ADB4-4503-85B3-BFAE7B5260B0}" type="presParOf" srcId="{0D512282-B5E1-4E3C-ACA8-A187780EDAC1}" destId="{57577F7D-E196-4623-B787-CAA9AD8C25B8}" srcOrd="3" destOrd="0" presId="urn:microsoft.com/office/officeart/2008/layout/LinedList"/>
    <dgm:cxn modelId="{BDE6EC08-C568-47EE-B9C8-AC625A1FB3FA}" type="presParOf" srcId="{57577F7D-E196-4623-B787-CAA9AD8C25B8}" destId="{AA0876FC-3B4B-419B-841E-5EBFE2CFD31D}" srcOrd="0" destOrd="0" presId="urn:microsoft.com/office/officeart/2008/layout/LinedList"/>
    <dgm:cxn modelId="{8929AA9C-E31A-4159-AB4A-0037F657E5ED}" type="presParOf" srcId="{57577F7D-E196-4623-B787-CAA9AD8C25B8}" destId="{72D8F8CB-A3B0-4AA3-B014-723E4A73A015}" srcOrd="1" destOrd="0" presId="urn:microsoft.com/office/officeart/2008/layout/LinedList"/>
    <dgm:cxn modelId="{47B421B0-D5C7-4740-A832-709783150042}" type="presParOf" srcId="{0D512282-B5E1-4E3C-ACA8-A187780EDAC1}" destId="{2822437D-A989-4CCD-9B4D-FD5D10F60AD1}" srcOrd="4" destOrd="0" presId="urn:microsoft.com/office/officeart/2008/layout/LinedList"/>
    <dgm:cxn modelId="{A10C04CE-6210-48A0-BF26-67E0D6128AFD}" type="presParOf" srcId="{0D512282-B5E1-4E3C-ACA8-A187780EDAC1}" destId="{EFD00D75-B84B-43E6-A8A3-5DB6FE057DF6}" srcOrd="5" destOrd="0" presId="urn:microsoft.com/office/officeart/2008/layout/LinedList"/>
    <dgm:cxn modelId="{DFBA16CE-08F9-46EF-AC3D-0E893114AF11}" type="presParOf" srcId="{EFD00D75-B84B-43E6-A8A3-5DB6FE057DF6}" destId="{D843310A-A963-4670-B69D-812AC3E50C63}" srcOrd="0" destOrd="0" presId="urn:microsoft.com/office/officeart/2008/layout/LinedList"/>
    <dgm:cxn modelId="{5D3F8FD4-B40C-43CE-B125-D99E5B8F763D}" type="presParOf" srcId="{EFD00D75-B84B-43E6-A8A3-5DB6FE057DF6}" destId="{5DB982D0-F817-4587-9F73-718FA8AE9F7C}" srcOrd="1" destOrd="0" presId="urn:microsoft.com/office/officeart/2008/layout/LinedList"/>
    <dgm:cxn modelId="{5014BBAB-AEC7-4AA5-BC02-3622043192E8}" type="presParOf" srcId="{0D512282-B5E1-4E3C-ACA8-A187780EDAC1}" destId="{5479729A-75DB-4F8A-B03B-BF8D92E3AB81}" srcOrd="6" destOrd="0" presId="urn:microsoft.com/office/officeart/2008/layout/LinedList"/>
    <dgm:cxn modelId="{7FE01F79-B737-4115-89F4-F77D85CAB783}" type="presParOf" srcId="{0D512282-B5E1-4E3C-ACA8-A187780EDAC1}" destId="{51687683-929C-43B9-8299-513366512DFC}" srcOrd="7" destOrd="0" presId="urn:microsoft.com/office/officeart/2008/layout/LinedList"/>
    <dgm:cxn modelId="{C5644871-95FF-48C8-8AD3-4F61206B468A}" type="presParOf" srcId="{51687683-929C-43B9-8299-513366512DFC}" destId="{A4FD97EA-BB33-4721-8FD1-5BA64BE3F64E}" srcOrd="0" destOrd="0" presId="urn:microsoft.com/office/officeart/2008/layout/LinedList"/>
    <dgm:cxn modelId="{56418622-21E1-4FB8-8A4A-B8ECD63AA2E9}" type="presParOf" srcId="{51687683-929C-43B9-8299-513366512DFC}" destId="{C9C40131-CB68-4C04-9DEB-975939FD05E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F23635-A953-4FDB-828A-5DE25EAFFD93}">
      <dsp:nvSpPr>
        <dsp:cNvPr id="0" name=""/>
        <dsp:cNvSpPr/>
      </dsp:nvSpPr>
      <dsp:spPr>
        <a:xfrm>
          <a:off x="0" y="0"/>
          <a:ext cx="637381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59D575-76BC-4B8F-880E-F26274BA1C0B}">
      <dsp:nvSpPr>
        <dsp:cNvPr id="0" name=""/>
        <dsp:cNvSpPr/>
      </dsp:nvSpPr>
      <dsp:spPr>
        <a:xfrm>
          <a:off x="0" y="0"/>
          <a:ext cx="6373813" cy="1439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IE" sz="1900" b="1" kern="1200"/>
            <a:t>What is QuarckDraw even anyway? – </a:t>
          </a:r>
          <a:r>
            <a:rPr lang="en-IE" sz="1900" kern="1200"/>
            <a:t>Essentially its Drawing game app which allows multiple people to join in, draw and vote on who has the best drawing and the amount of votes.</a:t>
          </a:r>
          <a:endParaRPr lang="en-US" sz="1900" kern="1200"/>
        </a:p>
      </dsp:txBody>
      <dsp:txXfrm>
        <a:off x="0" y="0"/>
        <a:ext cx="6373813" cy="1439862"/>
      </dsp:txXfrm>
    </dsp:sp>
    <dsp:sp modelId="{4C188E65-BDD4-40CE-9C96-7322392E1A19}">
      <dsp:nvSpPr>
        <dsp:cNvPr id="0" name=""/>
        <dsp:cNvSpPr/>
      </dsp:nvSpPr>
      <dsp:spPr>
        <a:xfrm>
          <a:off x="0" y="1439862"/>
          <a:ext cx="6373813" cy="0"/>
        </a:xfrm>
        <a:prstGeom prst="line">
          <a:avLst/>
        </a:prstGeom>
        <a:solidFill>
          <a:schemeClr val="accent2">
            <a:hueOff val="2564293"/>
            <a:satOff val="2735"/>
            <a:lumOff val="850"/>
            <a:alphaOff val="0"/>
          </a:schemeClr>
        </a:solidFill>
        <a:ln w="12700" cap="flat" cmpd="sng" algn="ctr">
          <a:solidFill>
            <a:schemeClr val="accent2">
              <a:hueOff val="2564293"/>
              <a:satOff val="2735"/>
              <a:lumOff val="85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0876FC-3B4B-419B-841E-5EBFE2CFD31D}">
      <dsp:nvSpPr>
        <dsp:cNvPr id="0" name=""/>
        <dsp:cNvSpPr/>
      </dsp:nvSpPr>
      <dsp:spPr>
        <a:xfrm>
          <a:off x="0" y="1439862"/>
          <a:ext cx="6373813" cy="1439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IE" sz="1900" b="1" kern="1200"/>
            <a:t>What the big idea? - </a:t>
          </a:r>
          <a:r>
            <a:rPr lang="en-IE" sz="1900" kern="1200"/>
            <a:t> We want to thought that people need to expand and also be able to draw as fast as possible given that the task that they were given so that they can produce it within the time allocated</a:t>
          </a:r>
          <a:endParaRPr lang="en-US" sz="1900" kern="1200"/>
        </a:p>
      </dsp:txBody>
      <dsp:txXfrm>
        <a:off x="0" y="1439862"/>
        <a:ext cx="6373813" cy="1439862"/>
      </dsp:txXfrm>
    </dsp:sp>
    <dsp:sp modelId="{2822437D-A989-4CCD-9B4D-FD5D10F60AD1}">
      <dsp:nvSpPr>
        <dsp:cNvPr id="0" name=""/>
        <dsp:cNvSpPr/>
      </dsp:nvSpPr>
      <dsp:spPr>
        <a:xfrm>
          <a:off x="0" y="2879725"/>
          <a:ext cx="6373813" cy="0"/>
        </a:xfrm>
        <a:prstGeom prst="line">
          <a:avLst/>
        </a:prstGeom>
        <a:solidFill>
          <a:schemeClr val="accent2">
            <a:hueOff val="5128586"/>
            <a:satOff val="5470"/>
            <a:lumOff val="1701"/>
            <a:alphaOff val="0"/>
          </a:schemeClr>
        </a:solidFill>
        <a:ln w="12700" cap="flat" cmpd="sng" algn="ctr">
          <a:solidFill>
            <a:schemeClr val="accent2">
              <a:hueOff val="5128586"/>
              <a:satOff val="5470"/>
              <a:lumOff val="17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43310A-A963-4670-B69D-812AC3E50C63}">
      <dsp:nvSpPr>
        <dsp:cNvPr id="0" name=""/>
        <dsp:cNvSpPr/>
      </dsp:nvSpPr>
      <dsp:spPr>
        <a:xfrm>
          <a:off x="0" y="2879724"/>
          <a:ext cx="6373813" cy="1439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IE" sz="1900" b="1" kern="1200"/>
            <a:t>The solution</a:t>
          </a:r>
          <a:r>
            <a:rPr lang="en-IE" sz="1900" kern="1200"/>
            <a:t> – We wanted to create sort of game that allows the AI to choose which prompt it can come up and let the users draw with given tools and vote on whose drawing is the best out of all.</a:t>
          </a:r>
          <a:endParaRPr lang="en-US" sz="1900" kern="1200"/>
        </a:p>
      </dsp:txBody>
      <dsp:txXfrm>
        <a:off x="0" y="2879724"/>
        <a:ext cx="6373813" cy="1439862"/>
      </dsp:txXfrm>
    </dsp:sp>
    <dsp:sp modelId="{5479729A-75DB-4F8A-B03B-BF8D92E3AB81}">
      <dsp:nvSpPr>
        <dsp:cNvPr id="0" name=""/>
        <dsp:cNvSpPr/>
      </dsp:nvSpPr>
      <dsp:spPr>
        <a:xfrm>
          <a:off x="0" y="4319587"/>
          <a:ext cx="6373813" cy="0"/>
        </a:xfrm>
        <a:prstGeom prst="line">
          <a:avLst/>
        </a:prstGeom>
        <a:solidFill>
          <a:schemeClr val="accent2">
            <a:hueOff val="7692880"/>
            <a:satOff val="8205"/>
            <a:lumOff val="2551"/>
            <a:alphaOff val="0"/>
          </a:schemeClr>
        </a:solidFill>
        <a:ln w="12700" cap="flat" cmpd="sng" algn="ctr">
          <a:solidFill>
            <a:schemeClr val="accent2">
              <a:hueOff val="7692880"/>
              <a:satOff val="8205"/>
              <a:lumOff val="25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FD97EA-BB33-4721-8FD1-5BA64BE3F64E}">
      <dsp:nvSpPr>
        <dsp:cNvPr id="0" name=""/>
        <dsp:cNvSpPr/>
      </dsp:nvSpPr>
      <dsp:spPr>
        <a:xfrm>
          <a:off x="0" y="4319587"/>
          <a:ext cx="6373813" cy="1439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IE" sz="1900" b="1" kern="1200"/>
            <a:t>Call to Action – </a:t>
          </a:r>
          <a:r>
            <a:rPr lang="en-IE" sz="1900" kern="1200"/>
            <a:t>Essentially our objective is that we want the users to be able to share their creativity process and be able to show the capabilities on that work within a certain timeframe.</a:t>
          </a:r>
          <a:endParaRPr lang="en-US" sz="1900" kern="1200"/>
        </a:p>
      </dsp:txBody>
      <dsp:txXfrm>
        <a:off x="0" y="4319587"/>
        <a:ext cx="6373813" cy="143986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fld id="{72EA7947-E287-4738-8C82-07CE4F01EF03}" type="datetime2">
              <a:rPr lang="en-US" smtClean="0"/>
              <a:t>Tuesday, March 3, 2026</a:t>
            </a:fld>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520628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fld id="{6FE8C025-CD7A-4966-867E-81CF82B15267}" type="datetime2">
              <a:rPr lang="en-US" smtClean="0"/>
              <a:t>Tuesday, March 3, 2026</a:t>
            </a:fld>
            <a:endParaRPr lang="en-US"/>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23980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fld id="{FE809929-0719-4517-94D6-FDF7F99E70F6}" type="datetime2">
              <a:rPr lang="en-US" smtClean="0"/>
              <a:t>Tuesday, March 3, 2026</a:t>
            </a:fld>
            <a:endParaRPr lang="en-US"/>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8811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fld id="{20E95673-5512-4AAA-9AEB-E00C61EC65D5}" type="datetime2">
              <a:rPr lang="en-US" smtClean="0"/>
              <a:t>Tuesday, March 3, 2026</a:t>
            </a:fld>
            <a:endParaRPr lang="en-US"/>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57370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fld id="{C13138FA-2E87-4873-8BBA-13E447C9A99A}" type="datetime2">
              <a:rPr lang="en-US" smtClean="0"/>
              <a:t>Tuesday, March 3, 2026</a:t>
            </a:fld>
            <a:endParaRPr lang="en-US"/>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r>
              <a:rPr lang="en-US"/>
              <a:t>Sample Footer</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287201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fld id="{D75BB40A-97BD-4BFB-B639-0BFF95FDE8B7}" type="datetime2">
              <a:rPr lang="en-US" smtClean="0"/>
              <a:t>Tuesday, March 3, 2026</a:t>
            </a:fld>
            <a:endParaRPr lang="en-US"/>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r>
              <a:rPr lang="en-US"/>
              <a:t>Sample Footer</a:t>
            </a:r>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25271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fld id="{9EE9E0E3-ECF6-4CFE-8698-AEFEBCECC3C0}" type="datetime2">
              <a:rPr lang="en-US" smtClean="0"/>
              <a:t>Tuesday, March 3, 2026</a:t>
            </a:fld>
            <a:endParaRPr lang="en-US"/>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r>
              <a:rPr lang="en-US"/>
              <a:t>Sample Footer</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99888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fld id="{251462FC-960E-4740-921F-B36862979F21}" type="datetime2">
              <a:rPr lang="en-US" smtClean="0"/>
              <a:t>Tuesday, March 3, 2026</a:t>
            </a:fld>
            <a:endParaRPr lang="en-US"/>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876122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fld id="{E50BC9E2-CB44-4C05-9BB5-496C18A241E0}" type="datetime2">
              <a:rPr lang="en-US" smtClean="0"/>
              <a:t>Tuesday, March 3, 2026</a:t>
            </a:fld>
            <a:endParaRPr lang="en-US"/>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509033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fld id="{EE2EBD84-71F4-4271-8C46-0D47C0A9B12E}" type="datetime2">
              <a:rPr lang="en-US" smtClean="0"/>
              <a:t>Tuesday, March 3, 2026</a:t>
            </a:fld>
            <a:endParaRPr lang="en-US"/>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869375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fld id="{ABAE0CE1-F450-4107-B2CB-17B18F8A3F4A}" type="datetime2">
              <a:rPr lang="en-US" smtClean="0"/>
              <a:t>Tuesday, March 3, 2026</a:t>
            </a:fld>
            <a:endParaRPr lang="en-US"/>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4089786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fld id="{246CB39B-5F4C-4A7E-9BE3-AAFD45576D16}" type="datetime2">
              <a:rPr lang="en-US" smtClean="0"/>
              <a:t>Tuesday, March 3, 2026</a:t>
            </a:fld>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Sample Footer</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104714790"/>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sldNum="0" hdr="0" ftr="0" dt="0"/>
  <p:txStyles>
    <p:title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67A212-ECD1-9AC5-FB94-626A242C3D67}"/>
              </a:ext>
            </a:extLst>
          </p:cNvPr>
          <p:cNvSpPr>
            <a:spLocks noGrp="1"/>
          </p:cNvSpPr>
          <p:nvPr>
            <p:ph type="ctrTitle"/>
          </p:nvPr>
        </p:nvSpPr>
        <p:spPr>
          <a:xfrm>
            <a:off x="550864" y="1051551"/>
            <a:ext cx="3565524" cy="2384898"/>
          </a:xfrm>
        </p:spPr>
        <p:txBody>
          <a:bodyPr anchor="b">
            <a:normAutofit/>
          </a:bodyPr>
          <a:lstStyle/>
          <a:p>
            <a:r>
              <a:rPr lang="ga-IE" sz="4800" dirty="0"/>
              <a:t>Quarkstack Overview</a:t>
            </a:r>
            <a:endParaRPr lang="en-IE" sz="4800" dirty="0"/>
          </a:p>
        </p:txBody>
      </p:sp>
      <p:sp>
        <p:nvSpPr>
          <p:cNvPr id="3" name="Subtitle 2">
            <a:extLst>
              <a:ext uri="{FF2B5EF4-FFF2-40B4-BE49-F238E27FC236}">
                <a16:creationId xmlns:a16="http://schemas.microsoft.com/office/drawing/2014/main" id="{584A5E63-F46D-3512-5AA4-F9D3542DB676}"/>
              </a:ext>
            </a:extLst>
          </p:cNvPr>
          <p:cNvSpPr>
            <a:spLocks noGrp="1"/>
          </p:cNvSpPr>
          <p:nvPr>
            <p:ph type="subTitle" idx="1"/>
          </p:nvPr>
        </p:nvSpPr>
        <p:spPr>
          <a:xfrm>
            <a:off x="550863" y="3569008"/>
            <a:ext cx="3565525" cy="1731656"/>
          </a:xfrm>
        </p:spPr>
        <p:txBody>
          <a:bodyPr>
            <a:normAutofit/>
          </a:bodyPr>
          <a:lstStyle/>
          <a:p>
            <a:endParaRPr lang="en-IE" sz="2000" dirty="0">
              <a:solidFill>
                <a:schemeClr val="tx1">
                  <a:alpha val="60000"/>
                </a:schemeClr>
              </a:solidFill>
            </a:endParaRPr>
          </a:p>
        </p:txBody>
      </p:sp>
      <p:grpSp>
        <p:nvGrpSpPr>
          <p:cNvPr id="11" name="Group 10">
            <a:extLst>
              <a:ext uri="{FF2B5EF4-FFF2-40B4-BE49-F238E27FC236}">
                <a16:creationId xmlns:a16="http://schemas.microsoft.com/office/drawing/2014/main" id="{4592A8CB-0B0A-43A5-86F4-712B0C4696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41850" y="444676"/>
            <a:ext cx="667802" cy="631474"/>
            <a:chOff x="10478914" y="1506691"/>
            <a:chExt cx="667802" cy="631474"/>
          </a:xfrm>
        </p:grpSpPr>
        <p:sp>
          <p:nvSpPr>
            <p:cNvPr id="12" name="Freeform: Shape 11">
              <a:extLst>
                <a:ext uri="{FF2B5EF4-FFF2-40B4-BE49-F238E27FC236}">
                  <a16:creationId xmlns:a16="http://schemas.microsoft.com/office/drawing/2014/main" id="{4C63B2AC-3D19-416D-A37F-2DDA8A3651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8A474391-1271-45F9-A39C-8641371AB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4" name="Picture 3" descr="A green and white dotted background&#10;&#10;AI-generated content may be incorrect.">
            <a:extLst>
              <a:ext uri="{FF2B5EF4-FFF2-40B4-BE49-F238E27FC236}">
                <a16:creationId xmlns:a16="http://schemas.microsoft.com/office/drawing/2014/main" id="{D01E6E8D-E609-CEDD-B49B-5D6ABDDC2C61}"/>
              </a:ext>
            </a:extLst>
          </p:cNvPr>
          <p:cNvPicPr>
            <a:picLocks noChangeAspect="1"/>
          </p:cNvPicPr>
          <p:nvPr/>
        </p:nvPicPr>
        <p:blipFill>
          <a:blip r:embed="rId2"/>
          <a:srcRect l="13454" r="14047" b="-1"/>
          <a:stretch>
            <a:fillRect/>
          </a:stretch>
        </p:blipFill>
        <p:spPr>
          <a:xfrm>
            <a:off x="4743450" y="10"/>
            <a:ext cx="7448551" cy="6857990"/>
          </a:xfrm>
          <a:custGeom>
            <a:avLst/>
            <a:gdLst/>
            <a:ahLst/>
            <a:cxnLst/>
            <a:rect l="l" t="t" r="r" b="b"/>
            <a:pathLst>
              <a:path w="7448551" h="6858000">
                <a:moveTo>
                  <a:pt x="0" y="0"/>
                </a:moveTo>
                <a:lnTo>
                  <a:pt x="7448551" y="0"/>
                </a:lnTo>
                <a:lnTo>
                  <a:pt x="7448551" y="6858000"/>
                </a:lnTo>
                <a:lnTo>
                  <a:pt x="0" y="6858000"/>
                </a:lnTo>
                <a:close/>
              </a:path>
            </a:pathLst>
          </a:custGeom>
        </p:spPr>
      </p:pic>
      <p:sp>
        <p:nvSpPr>
          <p:cNvPr id="15" name="Rectangle 14">
            <a:extLst>
              <a:ext uri="{FF2B5EF4-FFF2-40B4-BE49-F238E27FC236}">
                <a16:creationId xmlns:a16="http://schemas.microsoft.com/office/drawing/2014/main" id="{41AC6C06-99FE-4BA1-BC82-8406A424CD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AEC842D-C905-4DEA-B1C3-CA51995C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1219" y="543322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5" name="Picture 4" descr="Quarkstack ">
            <a:extLst>
              <a:ext uri="{FF2B5EF4-FFF2-40B4-BE49-F238E27FC236}">
                <a16:creationId xmlns:a16="http://schemas.microsoft.com/office/drawing/2014/main" id="{D0235AD9-291E-C367-4360-5ADECDE05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8286" y="1397882"/>
            <a:ext cx="3018877" cy="3207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070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925B2F-62BB-65C2-25D3-39E6DF0E3BA2}"/>
              </a:ext>
            </a:extLst>
          </p:cNvPr>
          <p:cNvSpPr>
            <a:spLocks noGrp="1"/>
          </p:cNvSpPr>
          <p:nvPr>
            <p:ph type="title"/>
          </p:nvPr>
        </p:nvSpPr>
        <p:spPr>
          <a:xfrm>
            <a:off x="550864" y="549275"/>
            <a:ext cx="3565524" cy="1997855"/>
          </a:xfrm>
        </p:spPr>
        <p:txBody>
          <a:bodyPr vert="horz" wrap="square" lIns="0" tIns="0" rIns="0" bIns="0" rtlCol="0" anchor="b" anchorCtr="0">
            <a:normAutofit/>
          </a:bodyPr>
          <a:lstStyle/>
          <a:p>
            <a:r>
              <a:rPr lang="en-US"/>
              <a:t>Team Members</a:t>
            </a:r>
          </a:p>
        </p:txBody>
      </p:sp>
      <p:grpSp>
        <p:nvGrpSpPr>
          <p:cNvPr id="13" name="Group 12">
            <a:extLst>
              <a:ext uri="{FF2B5EF4-FFF2-40B4-BE49-F238E27FC236}">
                <a16:creationId xmlns:a16="http://schemas.microsoft.com/office/drawing/2014/main" id="{9F2D4ED5-DC78-4C88-97AA-483206C53E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70793" y="0"/>
            <a:ext cx="1468514" cy="1521012"/>
            <a:chOff x="5236793" y="2432482"/>
            <a:chExt cx="1468514" cy="1521012"/>
          </a:xfrm>
        </p:grpSpPr>
        <p:sp>
          <p:nvSpPr>
            <p:cNvPr id="14" name="Freeform 5">
              <a:extLst>
                <a:ext uri="{FF2B5EF4-FFF2-40B4-BE49-F238E27FC236}">
                  <a16:creationId xmlns:a16="http://schemas.microsoft.com/office/drawing/2014/main" id="{0DE0B65A-4839-40B2-BA92-1464FEADBA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463135" y="2432482"/>
              <a:ext cx="1242172" cy="729202"/>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Freeform 6">
              <a:extLst>
                <a:ext uri="{FF2B5EF4-FFF2-40B4-BE49-F238E27FC236}">
                  <a16:creationId xmlns:a16="http://schemas.microsoft.com/office/drawing/2014/main" id="{842A0A68-39DD-4DA7-BAD5-63B9C13987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36793" y="2566400"/>
              <a:ext cx="611884" cy="1076550"/>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8">
              <a:extLst>
                <a:ext uri="{FF2B5EF4-FFF2-40B4-BE49-F238E27FC236}">
                  <a16:creationId xmlns:a16="http://schemas.microsoft.com/office/drawing/2014/main" id="{21A69E50-7E10-45C3-B4F2-19DBA77484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765469" y="2876944"/>
              <a:ext cx="630288" cy="1076550"/>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40000"/>
                    <a:lumOff val="60000"/>
                    <a:alpha val="60000"/>
                  </a:schemeClr>
                </a:gs>
              </a:gsLst>
              <a:lin ang="18000000" scaled="0"/>
              <a:tileRect/>
            </a:gradFill>
            <a:ln>
              <a:noFill/>
            </a:ln>
            <a:effectLst>
              <a:innerShdw blurRad="508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8" name="Oval 17">
            <a:extLst>
              <a:ext uri="{FF2B5EF4-FFF2-40B4-BE49-F238E27FC236}">
                <a16:creationId xmlns:a16="http://schemas.microsoft.com/office/drawing/2014/main" id="{D166A8AB-8924-421C-BCED-B54DBC405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7897" y="5497189"/>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TextBox 5">
            <a:extLst>
              <a:ext uri="{FF2B5EF4-FFF2-40B4-BE49-F238E27FC236}">
                <a16:creationId xmlns:a16="http://schemas.microsoft.com/office/drawing/2014/main" id="{261E5B08-5CF4-B815-DAE9-DBBC0CE675E2}"/>
              </a:ext>
            </a:extLst>
          </p:cNvPr>
          <p:cNvSpPr txBox="1"/>
          <p:nvPr/>
        </p:nvSpPr>
        <p:spPr>
          <a:xfrm>
            <a:off x="550863" y="2677306"/>
            <a:ext cx="3565525" cy="3415519"/>
          </a:xfrm>
          <a:prstGeom prst="rect">
            <a:avLst/>
          </a:prstGeom>
        </p:spPr>
        <p:txBody>
          <a:bodyPr vert="horz" wrap="square" lIns="0" tIns="0" rIns="0" bIns="0" rtlCol="0" anchor="t">
            <a:normAutofit/>
          </a:bodyPr>
          <a:lstStyle/>
          <a:p>
            <a:pPr indent="-228600">
              <a:lnSpc>
                <a:spcPct val="110000"/>
              </a:lnSpc>
              <a:spcAft>
                <a:spcPts val="800"/>
              </a:spcAft>
              <a:buFont typeface="Arial" panose="020B0604020202020204" pitchFamily="34" charset="0"/>
              <a:buChar char="•"/>
            </a:pPr>
            <a:r>
              <a:rPr lang="en-US" sz="1600" dirty="0">
                <a:solidFill>
                  <a:schemeClr val="tx1">
                    <a:alpha val="60000"/>
                  </a:schemeClr>
                </a:solidFill>
              </a:rPr>
              <a:t>Niall Concannon -  Product Owner</a:t>
            </a:r>
          </a:p>
          <a:p>
            <a:pPr indent="-228600">
              <a:lnSpc>
                <a:spcPct val="110000"/>
              </a:lnSpc>
              <a:spcAft>
                <a:spcPts val="800"/>
              </a:spcAft>
              <a:buFont typeface="Arial" panose="020B0604020202020204" pitchFamily="34" charset="0"/>
              <a:buChar char="•"/>
            </a:pPr>
            <a:r>
              <a:rPr lang="en-US" sz="1600" dirty="0">
                <a:solidFill>
                  <a:schemeClr val="tx1">
                    <a:alpha val="60000"/>
                  </a:schemeClr>
                </a:solidFill>
              </a:rPr>
              <a:t>Kamil </a:t>
            </a:r>
            <a:r>
              <a:rPr lang="en-US" sz="1600" dirty="0" err="1">
                <a:solidFill>
                  <a:schemeClr val="tx1">
                    <a:alpha val="60000"/>
                  </a:schemeClr>
                </a:solidFill>
              </a:rPr>
              <a:t>Ciemniejewski</a:t>
            </a:r>
            <a:r>
              <a:rPr lang="en-US" sz="1600" dirty="0">
                <a:solidFill>
                  <a:schemeClr val="tx1">
                    <a:alpha val="60000"/>
                  </a:schemeClr>
                </a:solidFill>
              </a:rPr>
              <a:t> – Dev Ops</a:t>
            </a:r>
          </a:p>
          <a:p>
            <a:pPr indent="-228600">
              <a:lnSpc>
                <a:spcPct val="110000"/>
              </a:lnSpc>
              <a:spcAft>
                <a:spcPts val="800"/>
              </a:spcAft>
              <a:buFont typeface="Arial" panose="020B0604020202020204" pitchFamily="34" charset="0"/>
              <a:buChar char="•"/>
            </a:pPr>
            <a:r>
              <a:rPr lang="en-US" sz="1600" dirty="0">
                <a:solidFill>
                  <a:schemeClr val="tx1">
                    <a:alpha val="60000"/>
                  </a:schemeClr>
                </a:solidFill>
              </a:rPr>
              <a:t>Marko </a:t>
            </a:r>
            <a:r>
              <a:rPr lang="en-US" sz="1600" dirty="0" err="1">
                <a:solidFill>
                  <a:schemeClr val="tx1">
                    <a:alpha val="60000"/>
                  </a:schemeClr>
                </a:solidFill>
              </a:rPr>
              <a:t>Radojcic</a:t>
            </a:r>
            <a:r>
              <a:rPr lang="en-US" sz="1600" dirty="0">
                <a:solidFill>
                  <a:schemeClr val="tx1">
                    <a:alpha val="60000"/>
                  </a:schemeClr>
                </a:solidFill>
              </a:rPr>
              <a:t> – Tester</a:t>
            </a:r>
          </a:p>
          <a:p>
            <a:pPr indent="-228600">
              <a:lnSpc>
                <a:spcPct val="110000"/>
              </a:lnSpc>
              <a:spcAft>
                <a:spcPts val="800"/>
              </a:spcAft>
              <a:buFont typeface="Arial" panose="020B0604020202020204" pitchFamily="34" charset="0"/>
              <a:buChar char="•"/>
            </a:pPr>
            <a:r>
              <a:rPr lang="en-US" sz="1600" dirty="0">
                <a:solidFill>
                  <a:schemeClr val="tx1">
                    <a:alpha val="60000"/>
                  </a:schemeClr>
                </a:solidFill>
              </a:rPr>
              <a:t>Daniel Balcerzak – Scrum Master</a:t>
            </a:r>
          </a:p>
        </p:txBody>
      </p:sp>
      <p:pic>
        <p:nvPicPr>
          <p:cNvPr id="5" name="Content Placeholder 4" descr="Two men sitting in a room&#10;&#10;AI-generated content may be incorrect.">
            <a:extLst>
              <a:ext uri="{FF2B5EF4-FFF2-40B4-BE49-F238E27FC236}">
                <a16:creationId xmlns:a16="http://schemas.microsoft.com/office/drawing/2014/main" id="{50735892-A791-1882-0A76-18EE5B50C004}"/>
              </a:ext>
            </a:extLst>
          </p:cNvPr>
          <p:cNvPicPr>
            <a:picLocks noGrp="1" noChangeAspect="1"/>
          </p:cNvPicPr>
          <p:nvPr>
            <p:ph idx="1"/>
          </p:nvPr>
        </p:nvPicPr>
        <p:blipFill>
          <a:blip r:embed="rId2"/>
          <a:stretch>
            <a:fillRect/>
          </a:stretch>
        </p:blipFill>
        <p:spPr>
          <a:xfrm>
            <a:off x="4550900" y="1789383"/>
            <a:ext cx="7090237" cy="3279234"/>
          </a:xfrm>
          <a:custGeom>
            <a:avLst/>
            <a:gdLst/>
            <a:ahLst/>
            <a:cxnLst/>
            <a:rect l="l" t="t" r="r" b="b"/>
            <a:pathLst>
              <a:path w="7090237" h="5759451">
                <a:moveTo>
                  <a:pt x="0" y="0"/>
                </a:moveTo>
                <a:lnTo>
                  <a:pt x="7090237" y="0"/>
                </a:lnTo>
                <a:lnTo>
                  <a:pt x="7090237" y="5759451"/>
                </a:lnTo>
                <a:lnTo>
                  <a:pt x="0" y="5759451"/>
                </a:lnTo>
                <a:close/>
              </a:path>
            </a:pathLst>
          </a:custGeom>
        </p:spPr>
      </p:pic>
    </p:spTree>
    <p:extLst>
      <p:ext uri="{BB962C8B-B14F-4D97-AF65-F5344CB8AC3E}">
        <p14:creationId xmlns:p14="http://schemas.microsoft.com/office/powerpoint/2010/main" val="2764066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131A-457D-61E0-3776-554B016073DC}"/>
              </a:ext>
            </a:extLst>
          </p:cNvPr>
          <p:cNvSpPr>
            <a:spLocks noGrp="1"/>
          </p:cNvSpPr>
          <p:nvPr>
            <p:ph type="title"/>
          </p:nvPr>
        </p:nvSpPr>
        <p:spPr/>
        <p:txBody>
          <a:bodyPr/>
          <a:lstStyle/>
          <a:p>
            <a:r>
              <a:rPr lang="ga-IE" dirty="0"/>
              <a:t>Project </a:t>
            </a:r>
            <a:r>
              <a:rPr lang="ga-IE" dirty="0" err="1"/>
              <a:t>Description</a:t>
            </a:r>
            <a:endParaRPr lang="en-IE" dirty="0"/>
          </a:p>
        </p:txBody>
      </p:sp>
      <p:pic>
        <p:nvPicPr>
          <p:cNvPr id="4" name="Picture 4" descr="Time &#10;Remaining . &#10;32 sec &#10;OffAn &#10;Steven &#10;XxDrawkingxX &#10;Pepzilla ">
            <a:extLst>
              <a:ext uri="{FF2B5EF4-FFF2-40B4-BE49-F238E27FC236}">
                <a16:creationId xmlns:a16="http://schemas.microsoft.com/office/drawing/2014/main" id="{83186076-C4F8-58B9-9C09-AC64804F4F5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38308" y="941388"/>
            <a:ext cx="4522582" cy="30019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5699A86-1DA4-C8A4-8E01-D9B660418158}"/>
              </a:ext>
            </a:extLst>
          </p:cNvPr>
          <p:cNvSpPr txBox="1"/>
          <p:nvPr/>
        </p:nvSpPr>
        <p:spPr>
          <a:xfrm>
            <a:off x="619125" y="1861178"/>
            <a:ext cx="6214265" cy="1754326"/>
          </a:xfrm>
          <a:prstGeom prst="rect">
            <a:avLst/>
          </a:prstGeom>
          <a:noFill/>
        </p:spPr>
        <p:txBody>
          <a:bodyPr wrap="square" rtlCol="0">
            <a:spAutoFit/>
          </a:bodyPr>
          <a:lstStyle/>
          <a:p>
            <a:r>
              <a:rPr lang="ga-IE" dirty="0" err="1"/>
              <a:t>Our</a:t>
            </a:r>
            <a:r>
              <a:rPr lang="ga-IE" dirty="0"/>
              <a:t> Project </a:t>
            </a:r>
            <a:r>
              <a:rPr lang="ga-IE" dirty="0" err="1"/>
              <a:t>revolves</a:t>
            </a:r>
            <a:r>
              <a:rPr lang="ga-IE" dirty="0"/>
              <a:t> </a:t>
            </a:r>
            <a:r>
              <a:rPr lang="ga-IE" dirty="0" err="1"/>
              <a:t>around</a:t>
            </a:r>
            <a:r>
              <a:rPr lang="ga-IE" dirty="0"/>
              <a:t> a </a:t>
            </a:r>
            <a:r>
              <a:rPr lang="ga-IE" dirty="0" err="1"/>
              <a:t>Drawing</a:t>
            </a:r>
            <a:r>
              <a:rPr lang="ga-IE" dirty="0"/>
              <a:t> </a:t>
            </a:r>
            <a:r>
              <a:rPr lang="ga-IE" dirty="0" err="1"/>
              <a:t>game</a:t>
            </a:r>
            <a:r>
              <a:rPr lang="ga-IE" dirty="0"/>
              <a:t> </a:t>
            </a:r>
            <a:r>
              <a:rPr lang="ga-IE" dirty="0" err="1"/>
              <a:t>for</a:t>
            </a:r>
            <a:r>
              <a:rPr lang="ga-IE" dirty="0"/>
              <a:t> </a:t>
            </a:r>
            <a:r>
              <a:rPr lang="ga-IE" dirty="0" err="1"/>
              <a:t>mobile</a:t>
            </a:r>
            <a:r>
              <a:rPr lang="ga-IE" dirty="0"/>
              <a:t>.</a:t>
            </a:r>
          </a:p>
          <a:p>
            <a:r>
              <a:rPr lang="ga-IE" dirty="0" err="1"/>
              <a:t>The</a:t>
            </a:r>
            <a:r>
              <a:rPr lang="ga-IE" dirty="0"/>
              <a:t> </a:t>
            </a:r>
            <a:r>
              <a:rPr lang="ga-IE" dirty="0" err="1"/>
              <a:t>intention</a:t>
            </a:r>
            <a:r>
              <a:rPr lang="ga-IE" dirty="0"/>
              <a:t> </a:t>
            </a:r>
            <a:r>
              <a:rPr lang="ga-IE" dirty="0" err="1"/>
              <a:t>of</a:t>
            </a:r>
            <a:r>
              <a:rPr lang="ga-IE" dirty="0"/>
              <a:t> </a:t>
            </a:r>
            <a:r>
              <a:rPr lang="ga-IE" dirty="0" err="1"/>
              <a:t>the</a:t>
            </a:r>
            <a:r>
              <a:rPr lang="ga-IE" dirty="0"/>
              <a:t> </a:t>
            </a:r>
            <a:r>
              <a:rPr lang="ga-IE" dirty="0" err="1"/>
              <a:t>game</a:t>
            </a:r>
            <a:r>
              <a:rPr lang="ga-IE" dirty="0"/>
              <a:t> is </a:t>
            </a:r>
            <a:r>
              <a:rPr lang="ga-IE" dirty="0" err="1"/>
              <a:t>to</a:t>
            </a:r>
            <a:r>
              <a:rPr lang="ga-IE" dirty="0"/>
              <a:t> </a:t>
            </a:r>
            <a:r>
              <a:rPr lang="ga-IE" dirty="0" err="1"/>
              <a:t>see</a:t>
            </a:r>
            <a:r>
              <a:rPr lang="ga-IE" dirty="0"/>
              <a:t> </a:t>
            </a:r>
            <a:r>
              <a:rPr lang="ga-IE" dirty="0" err="1"/>
              <a:t>which</a:t>
            </a:r>
            <a:r>
              <a:rPr lang="ga-IE" dirty="0"/>
              <a:t> </a:t>
            </a:r>
            <a:r>
              <a:rPr lang="ga-IE" dirty="0" err="1"/>
              <a:t>person</a:t>
            </a:r>
            <a:r>
              <a:rPr lang="ga-IE" dirty="0"/>
              <a:t> </a:t>
            </a:r>
            <a:r>
              <a:rPr lang="ga-IE" dirty="0" err="1"/>
              <a:t>who</a:t>
            </a:r>
            <a:r>
              <a:rPr lang="ga-IE" dirty="0"/>
              <a:t> </a:t>
            </a:r>
          </a:p>
          <a:p>
            <a:r>
              <a:rPr lang="ga-IE" dirty="0" err="1"/>
              <a:t>did</a:t>
            </a:r>
            <a:r>
              <a:rPr lang="ga-IE" dirty="0"/>
              <a:t> </a:t>
            </a:r>
            <a:r>
              <a:rPr lang="ga-IE" dirty="0" err="1"/>
              <a:t>the</a:t>
            </a:r>
            <a:r>
              <a:rPr lang="ga-IE" dirty="0"/>
              <a:t> </a:t>
            </a:r>
            <a:r>
              <a:rPr lang="ga-IE" dirty="0" err="1"/>
              <a:t>drawing</a:t>
            </a:r>
            <a:r>
              <a:rPr lang="ga-IE" dirty="0"/>
              <a:t> </a:t>
            </a:r>
            <a:r>
              <a:rPr lang="ga-IE" dirty="0" err="1"/>
              <a:t>best</a:t>
            </a:r>
            <a:r>
              <a:rPr lang="ga-IE" dirty="0"/>
              <a:t> </a:t>
            </a:r>
            <a:r>
              <a:rPr lang="ga-IE" dirty="0" err="1"/>
              <a:t>based</a:t>
            </a:r>
            <a:r>
              <a:rPr lang="ga-IE" dirty="0"/>
              <a:t> ón </a:t>
            </a:r>
            <a:r>
              <a:rPr lang="ga-IE" dirty="0" err="1"/>
              <a:t>the</a:t>
            </a:r>
            <a:r>
              <a:rPr lang="ga-IE" dirty="0"/>
              <a:t> </a:t>
            </a:r>
            <a:r>
              <a:rPr lang="ga-IE" dirty="0" err="1"/>
              <a:t>choosen</a:t>
            </a:r>
            <a:r>
              <a:rPr lang="ga-IE" dirty="0"/>
              <a:t> </a:t>
            </a:r>
            <a:r>
              <a:rPr lang="ga-IE" dirty="0" err="1"/>
              <a:t>prompt</a:t>
            </a:r>
            <a:r>
              <a:rPr lang="ga-IE" dirty="0"/>
              <a:t> </a:t>
            </a:r>
            <a:r>
              <a:rPr lang="ga-IE" dirty="0" err="1"/>
              <a:t>and</a:t>
            </a:r>
            <a:r>
              <a:rPr lang="ga-IE" dirty="0"/>
              <a:t> </a:t>
            </a:r>
          </a:p>
          <a:p>
            <a:r>
              <a:rPr lang="ga-IE" dirty="0" err="1"/>
              <a:t>Determine</a:t>
            </a:r>
            <a:r>
              <a:rPr lang="ga-IE" dirty="0"/>
              <a:t> </a:t>
            </a:r>
            <a:r>
              <a:rPr lang="ga-IE" dirty="0" err="1"/>
              <a:t>the</a:t>
            </a:r>
            <a:r>
              <a:rPr lang="ga-IE" dirty="0"/>
              <a:t> </a:t>
            </a:r>
            <a:r>
              <a:rPr lang="ga-IE" dirty="0" err="1"/>
              <a:t>the</a:t>
            </a:r>
            <a:r>
              <a:rPr lang="ga-IE" dirty="0"/>
              <a:t> </a:t>
            </a:r>
            <a:r>
              <a:rPr lang="ga-IE" dirty="0" err="1"/>
              <a:t>number</a:t>
            </a:r>
            <a:r>
              <a:rPr lang="ga-IE" dirty="0"/>
              <a:t> </a:t>
            </a:r>
            <a:r>
              <a:rPr lang="ga-IE" dirty="0" err="1"/>
              <a:t>of</a:t>
            </a:r>
            <a:r>
              <a:rPr lang="ga-IE" dirty="0"/>
              <a:t> </a:t>
            </a:r>
            <a:r>
              <a:rPr lang="ga-IE" dirty="0" err="1"/>
              <a:t>votes</a:t>
            </a:r>
            <a:r>
              <a:rPr lang="ga-IE" dirty="0"/>
              <a:t> </a:t>
            </a:r>
            <a:r>
              <a:rPr lang="ga-IE" dirty="0" err="1"/>
              <a:t>to</a:t>
            </a:r>
            <a:r>
              <a:rPr lang="ga-IE" dirty="0"/>
              <a:t> </a:t>
            </a:r>
            <a:r>
              <a:rPr lang="ga-IE" dirty="0" err="1"/>
              <a:t>see</a:t>
            </a:r>
            <a:r>
              <a:rPr lang="ga-IE" dirty="0"/>
              <a:t> </a:t>
            </a:r>
            <a:r>
              <a:rPr lang="ga-IE" dirty="0" err="1"/>
              <a:t>who</a:t>
            </a:r>
            <a:r>
              <a:rPr lang="ga-IE" dirty="0"/>
              <a:t> is </a:t>
            </a:r>
            <a:r>
              <a:rPr lang="ga-IE" dirty="0" err="1"/>
              <a:t>the</a:t>
            </a:r>
            <a:r>
              <a:rPr lang="ga-IE" dirty="0"/>
              <a:t> </a:t>
            </a:r>
            <a:r>
              <a:rPr lang="ga-IE" dirty="0" err="1"/>
              <a:t>best</a:t>
            </a:r>
            <a:endParaRPr lang="ga-IE" dirty="0"/>
          </a:p>
          <a:p>
            <a:r>
              <a:rPr lang="ga-IE" dirty="0" err="1"/>
              <a:t>Out</a:t>
            </a:r>
            <a:r>
              <a:rPr lang="ga-IE" dirty="0"/>
              <a:t> </a:t>
            </a:r>
            <a:r>
              <a:rPr lang="ga-IE" dirty="0" err="1"/>
              <a:t>of</a:t>
            </a:r>
            <a:r>
              <a:rPr lang="ga-IE" dirty="0"/>
              <a:t> </a:t>
            </a:r>
            <a:r>
              <a:rPr lang="ga-IE" dirty="0" err="1"/>
              <a:t>all</a:t>
            </a:r>
            <a:r>
              <a:rPr lang="ga-IE" dirty="0"/>
              <a:t> in </a:t>
            </a:r>
            <a:r>
              <a:rPr lang="ga-IE" dirty="0" err="1"/>
              <a:t>the</a:t>
            </a:r>
            <a:r>
              <a:rPr lang="ga-IE" dirty="0"/>
              <a:t> </a:t>
            </a:r>
            <a:r>
              <a:rPr lang="ga-IE" dirty="0" err="1"/>
              <a:t>lobby</a:t>
            </a:r>
            <a:r>
              <a:rPr lang="ga-IE" dirty="0"/>
              <a:t>.</a:t>
            </a:r>
          </a:p>
          <a:p>
            <a:endParaRPr lang="ga-IE" dirty="0"/>
          </a:p>
        </p:txBody>
      </p:sp>
    </p:spTree>
    <p:extLst>
      <p:ext uri="{BB962C8B-B14F-4D97-AF65-F5344CB8AC3E}">
        <p14:creationId xmlns:p14="http://schemas.microsoft.com/office/powerpoint/2010/main" val="4209843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1BCB74-DF05-8F08-14FC-A15C5DC4E15E}"/>
              </a:ext>
            </a:extLst>
          </p:cNvPr>
          <p:cNvSpPr>
            <a:spLocks noGrp="1"/>
          </p:cNvSpPr>
          <p:nvPr>
            <p:ph type="title"/>
          </p:nvPr>
        </p:nvSpPr>
        <p:spPr>
          <a:xfrm>
            <a:off x="550863" y="549275"/>
            <a:ext cx="3565525" cy="5543549"/>
          </a:xfrm>
        </p:spPr>
        <p:txBody>
          <a:bodyPr wrap="square" anchor="ctr">
            <a:normAutofit/>
          </a:bodyPr>
          <a:lstStyle/>
          <a:p>
            <a:r>
              <a:rPr lang="ga-IE" dirty="0" err="1"/>
              <a:t>Elevator</a:t>
            </a:r>
            <a:r>
              <a:rPr lang="ga-IE" dirty="0"/>
              <a:t> </a:t>
            </a:r>
            <a:r>
              <a:rPr lang="ga-IE" dirty="0" err="1"/>
              <a:t>Pitch</a:t>
            </a:r>
            <a:r>
              <a:rPr lang="ga-IE" dirty="0"/>
              <a:t> </a:t>
            </a:r>
            <a:endParaRPr lang="en-IE" dirty="0"/>
          </a:p>
        </p:txBody>
      </p:sp>
      <p:sp>
        <p:nvSpPr>
          <p:cNvPr id="14" name="Rectangle 13">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23216588-9BA4-862C-73E8-366ECB17B189}"/>
              </a:ext>
            </a:extLst>
          </p:cNvPr>
          <p:cNvGraphicFramePr>
            <a:graphicFrameLocks noGrp="1"/>
          </p:cNvGraphicFramePr>
          <p:nvPr>
            <p:ph idx="1"/>
            <p:extLst>
              <p:ext uri="{D42A27DB-BD31-4B8C-83A1-F6EECF244321}">
                <p14:modId xmlns:p14="http://schemas.microsoft.com/office/powerpoint/2010/main" val="279214184"/>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8960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5" name="Group 1034">
            <a:extLst>
              <a:ext uri="{FF2B5EF4-FFF2-40B4-BE49-F238E27FC236}">
                <a16:creationId xmlns:a16="http://schemas.microsoft.com/office/drawing/2014/main" id="{9F2D4ED5-DC78-4C88-97AA-483206C53E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70793" y="0"/>
            <a:ext cx="1468514" cy="1521012"/>
            <a:chOff x="5236793" y="2432482"/>
            <a:chExt cx="1468514" cy="1521012"/>
          </a:xfrm>
        </p:grpSpPr>
        <p:sp>
          <p:nvSpPr>
            <p:cNvPr id="1036" name="Freeform 5">
              <a:extLst>
                <a:ext uri="{FF2B5EF4-FFF2-40B4-BE49-F238E27FC236}">
                  <a16:creationId xmlns:a16="http://schemas.microsoft.com/office/drawing/2014/main" id="{0DE0B65A-4839-40B2-BA92-1464FEADBA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463135" y="2432482"/>
              <a:ext cx="1242172" cy="729202"/>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37" name="Freeform 6">
              <a:extLst>
                <a:ext uri="{FF2B5EF4-FFF2-40B4-BE49-F238E27FC236}">
                  <a16:creationId xmlns:a16="http://schemas.microsoft.com/office/drawing/2014/main" id="{842A0A68-39DD-4DA7-BAD5-63B9C13987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36793" y="2566400"/>
              <a:ext cx="611884" cy="1076550"/>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38" name="Freeform 8">
              <a:extLst>
                <a:ext uri="{FF2B5EF4-FFF2-40B4-BE49-F238E27FC236}">
                  <a16:creationId xmlns:a16="http://schemas.microsoft.com/office/drawing/2014/main" id="{21A69E50-7E10-45C3-B4F2-19DBA77484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765469" y="2876944"/>
              <a:ext cx="630288" cy="1076550"/>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40000"/>
                    <a:lumOff val="60000"/>
                    <a:alpha val="60000"/>
                  </a:schemeClr>
                </a:gs>
              </a:gsLst>
              <a:lin ang="18000000" scaled="0"/>
              <a:tileRect/>
            </a:gradFill>
            <a:ln>
              <a:noFill/>
            </a:ln>
            <a:effectLst>
              <a:innerShdw blurRad="508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040" name="Oval 1039">
            <a:extLst>
              <a:ext uri="{FF2B5EF4-FFF2-40B4-BE49-F238E27FC236}">
                <a16:creationId xmlns:a16="http://schemas.microsoft.com/office/drawing/2014/main" id="{D166A8AB-8924-421C-BCED-B54DBC405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7897" y="5497189"/>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30" name="Content Placeholder 1029">
            <a:extLst>
              <a:ext uri="{FF2B5EF4-FFF2-40B4-BE49-F238E27FC236}">
                <a16:creationId xmlns:a16="http://schemas.microsoft.com/office/drawing/2014/main" id="{250B026D-516B-7BA5-4FAA-28B3211CC56D}"/>
              </a:ext>
            </a:extLst>
          </p:cNvPr>
          <p:cNvSpPr>
            <a:spLocks noGrp="1"/>
          </p:cNvSpPr>
          <p:nvPr>
            <p:ph idx="1"/>
          </p:nvPr>
        </p:nvSpPr>
        <p:spPr>
          <a:xfrm>
            <a:off x="550863" y="2677306"/>
            <a:ext cx="3565525" cy="3415519"/>
          </a:xfrm>
        </p:spPr>
        <p:txBody>
          <a:bodyPr anchor="t">
            <a:normAutofit/>
          </a:bodyPr>
          <a:lstStyle/>
          <a:p>
            <a:endParaRPr lang="en-US" sz="1600"/>
          </a:p>
        </p:txBody>
      </p:sp>
      <p:pic>
        <p:nvPicPr>
          <p:cNvPr id="1026" name="Picture 2">
            <a:extLst>
              <a:ext uri="{FF2B5EF4-FFF2-40B4-BE49-F238E27FC236}">
                <a16:creationId xmlns:a16="http://schemas.microsoft.com/office/drawing/2014/main" id="{34741AA1-A599-7C6C-1E7E-6B34529BE88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36224" y="549275"/>
            <a:ext cx="4319588" cy="5759451"/>
          </a:xfrm>
          <a:custGeom>
            <a:avLst/>
            <a:gdLst/>
            <a:ahLst/>
            <a:cxnLst/>
            <a:rect l="l" t="t" r="r" b="b"/>
            <a:pathLst>
              <a:path w="7090237" h="5759451">
                <a:moveTo>
                  <a:pt x="0" y="0"/>
                </a:moveTo>
                <a:lnTo>
                  <a:pt x="7090237" y="0"/>
                </a:lnTo>
                <a:lnTo>
                  <a:pt x="7090237" y="5759451"/>
                </a:lnTo>
                <a:lnTo>
                  <a:pt x="0" y="5759451"/>
                </a:lnTo>
                <a:close/>
              </a:path>
            </a:pathLst>
          </a:cu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79343F77-F5FE-9515-66F6-3A893B341697}"/>
              </a:ext>
            </a:extLst>
          </p:cNvPr>
          <p:cNvSpPr>
            <a:spLocks noGrp="1"/>
          </p:cNvSpPr>
          <p:nvPr>
            <p:ph type="title"/>
          </p:nvPr>
        </p:nvSpPr>
        <p:spPr/>
        <p:txBody>
          <a:bodyPr/>
          <a:lstStyle/>
          <a:p>
            <a:r>
              <a:rPr lang="en-IE" dirty="0"/>
              <a:t>Burndown Chart</a:t>
            </a:r>
          </a:p>
        </p:txBody>
      </p:sp>
    </p:spTree>
    <p:extLst>
      <p:ext uri="{BB962C8B-B14F-4D97-AF65-F5344CB8AC3E}">
        <p14:creationId xmlns:p14="http://schemas.microsoft.com/office/powerpoint/2010/main" val="40168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A39887-1E56-19DD-8AFA-DB44432AE024}"/>
              </a:ext>
            </a:extLst>
          </p:cNvPr>
          <p:cNvSpPr>
            <a:spLocks noGrp="1"/>
          </p:cNvSpPr>
          <p:nvPr>
            <p:ph type="title"/>
          </p:nvPr>
        </p:nvSpPr>
        <p:spPr>
          <a:xfrm>
            <a:off x="550864" y="549275"/>
            <a:ext cx="3565524" cy="1997855"/>
          </a:xfrm>
        </p:spPr>
        <p:txBody>
          <a:bodyPr wrap="square" anchor="b">
            <a:normAutofit/>
          </a:bodyPr>
          <a:lstStyle/>
          <a:p>
            <a:r>
              <a:rPr lang="en-IE" dirty="0"/>
              <a:t>Architecture</a:t>
            </a:r>
          </a:p>
        </p:txBody>
      </p:sp>
      <p:grpSp>
        <p:nvGrpSpPr>
          <p:cNvPr id="36" name="Group 35">
            <a:extLst>
              <a:ext uri="{FF2B5EF4-FFF2-40B4-BE49-F238E27FC236}">
                <a16:creationId xmlns:a16="http://schemas.microsoft.com/office/drawing/2014/main" id="{9F2D4ED5-DC78-4C88-97AA-483206C53E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70793" y="0"/>
            <a:ext cx="1468514" cy="1521012"/>
            <a:chOff x="5236793" y="2432482"/>
            <a:chExt cx="1468514" cy="1521012"/>
          </a:xfrm>
        </p:grpSpPr>
        <p:sp>
          <p:nvSpPr>
            <p:cNvPr id="15" name="Freeform 5">
              <a:extLst>
                <a:ext uri="{FF2B5EF4-FFF2-40B4-BE49-F238E27FC236}">
                  <a16:creationId xmlns:a16="http://schemas.microsoft.com/office/drawing/2014/main" id="{0DE0B65A-4839-40B2-BA92-1464FEADBA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463135" y="2432482"/>
              <a:ext cx="1242172" cy="729202"/>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 name="Freeform 6">
              <a:extLst>
                <a:ext uri="{FF2B5EF4-FFF2-40B4-BE49-F238E27FC236}">
                  <a16:creationId xmlns:a16="http://schemas.microsoft.com/office/drawing/2014/main" id="{842A0A68-39DD-4DA7-BAD5-63B9C13987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36793" y="2566400"/>
              <a:ext cx="611884" cy="1076550"/>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Freeform 8">
              <a:extLst>
                <a:ext uri="{FF2B5EF4-FFF2-40B4-BE49-F238E27FC236}">
                  <a16:creationId xmlns:a16="http://schemas.microsoft.com/office/drawing/2014/main" id="{21A69E50-7E10-45C3-B4F2-19DBA77484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765469" y="2876944"/>
              <a:ext cx="630288" cy="1076550"/>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40000"/>
                    <a:lumOff val="60000"/>
                    <a:alpha val="60000"/>
                  </a:schemeClr>
                </a:gs>
              </a:gsLst>
              <a:lin ang="18000000" scaled="0"/>
              <a:tileRect/>
            </a:gradFill>
            <a:ln>
              <a:noFill/>
            </a:ln>
            <a:effectLst>
              <a:innerShdw blurRad="508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9" name="Oval 38">
            <a:extLst>
              <a:ext uri="{FF2B5EF4-FFF2-40B4-BE49-F238E27FC236}">
                <a16:creationId xmlns:a16="http://schemas.microsoft.com/office/drawing/2014/main" id="{D166A8AB-8924-421C-BCED-B54DBC405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7897" y="5497189"/>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Content Placeholder 8">
            <a:extLst>
              <a:ext uri="{FF2B5EF4-FFF2-40B4-BE49-F238E27FC236}">
                <a16:creationId xmlns:a16="http://schemas.microsoft.com/office/drawing/2014/main" id="{6B8963BA-2D21-BB27-4139-77EA73DAB889}"/>
              </a:ext>
            </a:extLst>
          </p:cNvPr>
          <p:cNvSpPr>
            <a:spLocks noGrp="1"/>
          </p:cNvSpPr>
          <p:nvPr>
            <p:ph idx="1"/>
          </p:nvPr>
        </p:nvSpPr>
        <p:spPr>
          <a:xfrm>
            <a:off x="550863" y="2677306"/>
            <a:ext cx="3565525" cy="3415519"/>
          </a:xfrm>
        </p:spPr>
        <p:txBody>
          <a:bodyPr anchor="t">
            <a:normAutofit/>
          </a:bodyPr>
          <a:lstStyle/>
          <a:p>
            <a:endParaRPr lang="en-US" sz="1600"/>
          </a:p>
        </p:txBody>
      </p:sp>
      <p:pic>
        <p:nvPicPr>
          <p:cNvPr id="5" name="Content Placeholder 4">
            <a:extLst>
              <a:ext uri="{FF2B5EF4-FFF2-40B4-BE49-F238E27FC236}">
                <a16:creationId xmlns:a16="http://schemas.microsoft.com/office/drawing/2014/main" id="{9511D193-9BF7-9BAF-3C30-21ACC9635393}"/>
              </a:ext>
            </a:extLst>
          </p:cNvPr>
          <p:cNvPicPr>
            <a:picLocks noChangeAspect="1"/>
          </p:cNvPicPr>
          <p:nvPr/>
        </p:nvPicPr>
        <p:blipFill>
          <a:blip r:embed="rId2"/>
          <a:stretch>
            <a:fillRect/>
          </a:stretch>
        </p:blipFill>
        <p:spPr>
          <a:xfrm>
            <a:off x="5749042" y="549275"/>
            <a:ext cx="4693952" cy="5759451"/>
          </a:xfrm>
          <a:custGeom>
            <a:avLst/>
            <a:gdLst/>
            <a:ahLst/>
            <a:cxnLst/>
            <a:rect l="l" t="t" r="r" b="b"/>
            <a:pathLst>
              <a:path w="7090237" h="5759451">
                <a:moveTo>
                  <a:pt x="0" y="0"/>
                </a:moveTo>
                <a:lnTo>
                  <a:pt x="7090237" y="0"/>
                </a:lnTo>
                <a:lnTo>
                  <a:pt x="7090237" y="5759451"/>
                </a:lnTo>
                <a:lnTo>
                  <a:pt x="0" y="5759451"/>
                </a:lnTo>
                <a:close/>
              </a:path>
            </a:pathLst>
          </a:custGeom>
        </p:spPr>
      </p:pic>
    </p:spTree>
    <p:extLst>
      <p:ext uri="{BB962C8B-B14F-4D97-AF65-F5344CB8AC3E}">
        <p14:creationId xmlns:p14="http://schemas.microsoft.com/office/powerpoint/2010/main" val="3800390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4EAAE-5B73-B3B2-7190-5015D1E54BD6}"/>
              </a:ext>
            </a:extLst>
          </p:cNvPr>
          <p:cNvSpPr>
            <a:spLocks noGrp="1"/>
          </p:cNvSpPr>
          <p:nvPr>
            <p:ph type="title"/>
          </p:nvPr>
        </p:nvSpPr>
        <p:spPr/>
        <p:txBody>
          <a:bodyPr/>
          <a:lstStyle/>
          <a:p>
            <a:r>
              <a:rPr lang="en-IE" dirty="0"/>
              <a:t>Product Roadmap</a:t>
            </a:r>
          </a:p>
        </p:txBody>
      </p:sp>
      <p:pic>
        <p:nvPicPr>
          <p:cNvPr id="5" name="Content Placeholder 4">
            <a:extLst>
              <a:ext uri="{FF2B5EF4-FFF2-40B4-BE49-F238E27FC236}">
                <a16:creationId xmlns:a16="http://schemas.microsoft.com/office/drawing/2014/main" id="{05D6334D-414F-D8BD-7CDA-D5CA22DB5830}"/>
              </a:ext>
            </a:extLst>
          </p:cNvPr>
          <p:cNvPicPr>
            <a:picLocks noGrp="1" noChangeAspect="1"/>
          </p:cNvPicPr>
          <p:nvPr>
            <p:ph idx="1"/>
          </p:nvPr>
        </p:nvPicPr>
        <p:blipFill>
          <a:blip r:embed="rId2"/>
          <a:stretch>
            <a:fillRect/>
          </a:stretch>
        </p:blipFill>
        <p:spPr>
          <a:xfrm>
            <a:off x="550863" y="2678422"/>
            <a:ext cx="11090275" cy="2848943"/>
          </a:xfrm>
          <a:prstGeom prst="rect">
            <a:avLst/>
          </a:prstGeom>
        </p:spPr>
      </p:pic>
    </p:spTree>
    <p:extLst>
      <p:ext uri="{BB962C8B-B14F-4D97-AF65-F5344CB8AC3E}">
        <p14:creationId xmlns:p14="http://schemas.microsoft.com/office/powerpoint/2010/main" val="515042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74190-AA3B-03C8-71C3-5D40EBFFCC2F}"/>
              </a:ext>
            </a:extLst>
          </p:cNvPr>
          <p:cNvSpPr>
            <a:spLocks noGrp="1"/>
          </p:cNvSpPr>
          <p:nvPr>
            <p:ph type="title"/>
          </p:nvPr>
        </p:nvSpPr>
        <p:spPr/>
        <p:txBody>
          <a:bodyPr/>
          <a:lstStyle/>
          <a:p>
            <a:r>
              <a:rPr lang="en-IE" dirty="0"/>
              <a:t>Release Plan</a:t>
            </a:r>
          </a:p>
        </p:txBody>
      </p:sp>
      <p:pic>
        <p:nvPicPr>
          <p:cNvPr id="5" name="Content Placeholder 4">
            <a:extLst>
              <a:ext uri="{FF2B5EF4-FFF2-40B4-BE49-F238E27FC236}">
                <a16:creationId xmlns:a16="http://schemas.microsoft.com/office/drawing/2014/main" id="{91D38C48-2741-83CD-A49C-B47F27717000}"/>
              </a:ext>
            </a:extLst>
          </p:cNvPr>
          <p:cNvPicPr>
            <a:picLocks noGrp="1" noChangeAspect="1"/>
          </p:cNvPicPr>
          <p:nvPr>
            <p:ph idx="1"/>
          </p:nvPr>
        </p:nvPicPr>
        <p:blipFill>
          <a:blip r:embed="rId2"/>
          <a:stretch>
            <a:fillRect/>
          </a:stretch>
        </p:blipFill>
        <p:spPr>
          <a:xfrm>
            <a:off x="222307" y="1377743"/>
            <a:ext cx="11747386" cy="5288528"/>
          </a:xfrm>
          <a:prstGeom prst="rect">
            <a:avLst/>
          </a:prstGeom>
        </p:spPr>
      </p:pic>
    </p:spTree>
    <p:extLst>
      <p:ext uri="{BB962C8B-B14F-4D97-AF65-F5344CB8AC3E}">
        <p14:creationId xmlns:p14="http://schemas.microsoft.com/office/powerpoint/2010/main" val="234805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21548-4CA0-7ED7-66E8-209642A82884}"/>
              </a:ext>
            </a:extLst>
          </p:cNvPr>
          <p:cNvSpPr>
            <a:spLocks noGrp="1"/>
          </p:cNvSpPr>
          <p:nvPr>
            <p:ph type="title"/>
          </p:nvPr>
        </p:nvSpPr>
        <p:spPr/>
        <p:txBody>
          <a:bodyPr/>
          <a:lstStyle/>
          <a:p>
            <a:r>
              <a:rPr lang="en-IE" dirty="0"/>
              <a:t>Jira Setup</a:t>
            </a:r>
          </a:p>
        </p:txBody>
      </p:sp>
      <p:pic>
        <p:nvPicPr>
          <p:cNvPr id="5" name="Content Placeholder 4">
            <a:extLst>
              <a:ext uri="{FF2B5EF4-FFF2-40B4-BE49-F238E27FC236}">
                <a16:creationId xmlns:a16="http://schemas.microsoft.com/office/drawing/2014/main" id="{F9969270-9735-A8D7-154E-58CA7622B6E3}"/>
              </a:ext>
            </a:extLst>
          </p:cNvPr>
          <p:cNvPicPr>
            <a:picLocks noGrp="1" noChangeAspect="1"/>
          </p:cNvPicPr>
          <p:nvPr>
            <p:ph idx="1"/>
          </p:nvPr>
        </p:nvPicPr>
        <p:blipFill>
          <a:blip r:embed="rId2"/>
          <a:stretch>
            <a:fillRect/>
          </a:stretch>
        </p:blipFill>
        <p:spPr>
          <a:xfrm>
            <a:off x="732542" y="1881275"/>
            <a:ext cx="10908596" cy="4495137"/>
          </a:xfrm>
          <a:prstGeom prst="rect">
            <a:avLst/>
          </a:prstGeom>
        </p:spPr>
      </p:pic>
    </p:spTree>
    <p:extLst>
      <p:ext uri="{BB962C8B-B14F-4D97-AF65-F5344CB8AC3E}">
        <p14:creationId xmlns:p14="http://schemas.microsoft.com/office/powerpoint/2010/main" val="131650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5EF1-FF42-9E37-AEC8-58044E28668A}"/>
              </a:ext>
            </a:extLst>
          </p:cNvPr>
          <p:cNvSpPr>
            <a:spLocks noGrp="1"/>
          </p:cNvSpPr>
          <p:nvPr>
            <p:ph type="title"/>
          </p:nvPr>
        </p:nvSpPr>
        <p:spPr/>
        <p:txBody>
          <a:bodyPr/>
          <a:lstStyle/>
          <a:p>
            <a:r>
              <a:rPr lang="en-IE" dirty="0"/>
              <a:t>MS Project</a:t>
            </a:r>
          </a:p>
        </p:txBody>
      </p:sp>
      <p:pic>
        <p:nvPicPr>
          <p:cNvPr id="5" name="Content Placeholder 4">
            <a:extLst>
              <a:ext uri="{FF2B5EF4-FFF2-40B4-BE49-F238E27FC236}">
                <a16:creationId xmlns:a16="http://schemas.microsoft.com/office/drawing/2014/main" id="{EFDA3F26-0F4B-2A8E-6E04-875B902D812C}"/>
              </a:ext>
            </a:extLst>
          </p:cNvPr>
          <p:cNvPicPr>
            <a:picLocks noGrp="1" noChangeAspect="1"/>
          </p:cNvPicPr>
          <p:nvPr>
            <p:ph idx="1"/>
          </p:nvPr>
        </p:nvPicPr>
        <p:blipFill>
          <a:blip r:embed="rId2"/>
          <a:stretch>
            <a:fillRect/>
          </a:stretch>
        </p:blipFill>
        <p:spPr>
          <a:xfrm>
            <a:off x="550863" y="2879702"/>
            <a:ext cx="11090275" cy="2446384"/>
          </a:xfrm>
          <a:prstGeom prst="rect">
            <a:avLst/>
          </a:prstGeom>
        </p:spPr>
      </p:pic>
    </p:spTree>
    <p:extLst>
      <p:ext uri="{BB962C8B-B14F-4D97-AF65-F5344CB8AC3E}">
        <p14:creationId xmlns:p14="http://schemas.microsoft.com/office/powerpoint/2010/main" val="3943416464"/>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367561EDFC24408753B82B44F53323" ma:contentTypeVersion="10" ma:contentTypeDescription="Create a new document." ma:contentTypeScope="" ma:versionID="c728ba2b4f96dfe5cf1c34adcd65af1b">
  <xsd:schema xmlns:xsd="http://www.w3.org/2001/XMLSchema" xmlns:xs="http://www.w3.org/2001/XMLSchema" xmlns:p="http://schemas.microsoft.com/office/2006/metadata/properties" xmlns:ns2="6e19e4a8-7018-4def-82ba-c3338f45d904" xmlns:ns3="dbc329c0-6bb7-45e9-958e-87a9f2c9e08c" targetNamespace="http://schemas.microsoft.com/office/2006/metadata/properties" ma:root="true" ma:fieldsID="5f7e3b02d76aebf0b078123139f8c7f1" ns2:_="" ns3:_="">
    <xsd:import namespace="6e19e4a8-7018-4def-82ba-c3338f45d904"/>
    <xsd:import namespace="dbc329c0-6bb7-45e9-958e-87a9f2c9e08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19e4a8-7018-4def-82ba-c3338f45d9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2ebe027-fa64-4e30-bdb2-92b74caeb8c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c329c0-6bb7-45e9-958e-87a9f2c9e08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a5fcae6-b5ef-45a7-b08d-305ed2c894d3}" ma:internalName="TaxCatchAll" ma:showField="CatchAllData" ma:web="dbc329c0-6bb7-45e9-958e-87a9f2c9e0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19e4a8-7018-4def-82ba-c3338f45d904">
      <Terms xmlns="http://schemas.microsoft.com/office/infopath/2007/PartnerControls"/>
    </lcf76f155ced4ddcb4097134ff3c332f>
    <TaxCatchAll xmlns="dbc329c0-6bb7-45e9-958e-87a9f2c9e08c" xsi:nil="true"/>
  </documentManagement>
</p:properties>
</file>

<file path=customXml/itemProps1.xml><?xml version="1.0" encoding="utf-8"?>
<ds:datastoreItem xmlns:ds="http://schemas.openxmlformats.org/officeDocument/2006/customXml" ds:itemID="{BFCED11A-7C38-4F33-B70A-D5E28BB04E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19e4a8-7018-4def-82ba-c3338f45d904"/>
    <ds:schemaRef ds:uri="dbc329c0-6bb7-45e9-958e-87a9f2c9e0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3779E80-2142-4244-B160-6C53464B3DD7}">
  <ds:schemaRefs>
    <ds:schemaRef ds:uri="http://schemas.microsoft.com/sharepoint/v3/contenttype/forms"/>
  </ds:schemaRefs>
</ds:datastoreItem>
</file>

<file path=customXml/itemProps3.xml><?xml version="1.0" encoding="utf-8"?>
<ds:datastoreItem xmlns:ds="http://schemas.openxmlformats.org/officeDocument/2006/customXml" ds:itemID="{95D96ADA-CA2B-4B6F-8BAC-7C5CF15E8C87}">
  <ds:schemaRefs>
    <ds:schemaRef ds:uri="http://schemas.microsoft.com/office/2006/metadata/properties"/>
    <ds:schemaRef ds:uri="http://schemas.microsoft.com/office/infopath/2007/PartnerControls"/>
    <ds:schemaRef ds:uri="6e19e4a8-7018-4def-82ba-c3338f45d904"/>
    <ds:schemaRef ds:uri="dbc329c0-6bb7-45e9-958e-87a9f2c9e08c"/>
  </ds:schemaRefs>
</ds:datastoreItem>
</file>

<file path=docProps/app.xml><?xml version="1.0" encoding="utf-8"?>
<Properties xmlns="http://schemas.openxmlformats.org/officeDocument/2006/extended-properties" xmlns:vt="http://schemas.openxmlformats.org/officeDocument/2006/docPropsVTypes">
  <TotalTime>627</TotalTime>
  <Words>244</Words>
  <Application>Microsoft Office PowerPoint</Application>
  <PresentationFormat>Widescreen</PresentationFormat>
  <Paragraphs>23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Avenir Next LT Pro</vt:lpstr>
      <vt:lpstr>3DFloatVTI</vt:lpstr>
      <vt:lpstr>Quarkstack Overview</vt:lpstr>
      <vt:lpstr>Team Members</vt:lpstr>
      <vt:lpstr>Project Description</vt:lpstr>
      <vt:lpstr>Elevator Pitch </vt:lpstr>
      <vt:lpstr>Burndown Chart</vt:lpstr>
      <vt:lpstr>Architecture</vt:lpstr>
      <vt:lpstr>Product Roadmap</vt:lpstr>
      <vt:lpstr>Release Plan</vt:lpstr>
      <vt:lpstr>Jira Setup</vt:lpstr>
      <vt:lpstr>MS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MARKO RADOJCIC - STUDENT</dc:creator>
  <cp:lastModifiedBy>MARKO RADOJCIC - STUDENT</cp:lastModifiedBy>
  <cp:revision>6</cp:revision>
  <dcterms:created xsi:type="dcterms:W3CDTF">2026-03-02T12:53:03Z</dcterms:created>
  <dcterms:modified xsi:type="dcterms:W3CDTF">2026-03-03T11:45:53Z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0x01010086367561EDFC24408753B82B44F53323</vt:lpwstr>
  </property>
  <property fmtid="{D5CDD505-2E9C-101B-9397-08002B2CF9AE}" pid="3" name="MediaServiceImageTags">
    <vt:lpwstr/>
  </property>
</Properties>
</file>