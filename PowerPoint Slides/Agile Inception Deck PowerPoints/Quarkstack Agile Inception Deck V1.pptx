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6"/>
  </p:notesMasterIdLst>
  <p:handoutMasterIdLst>
    <p:handoutMasterId r:id="rId17"/>
  </p:handoutMasterIdLst>
  <p:sldIdLst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40CDE-FF5D-473F-BE19-6E263F7A4FFF}" v="4" dt="2026-02-10T12:49:14.992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ga-IE" dirty="0" err="1"/>
              <a:t>QuarcksTACK</a:t>
            </a:r>
            <a:r>
              <a:rPr lang="ga-IE" dirty="0"/>
              <a:t>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68A5-B175-18DE-88AC-BB6BF193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/>
              <a:t>WHY ARE WE HERE</a:t>
            </a:r>
            <a:endParaRPr lang="en-IE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586C826-B329-4672-A9B5-4F85406FE60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1863" r="21863"/>
          <a:stretch>
            <a:fillRect/>
          </a:stretch>
        </p:blipFill>
        <p:spPr>
          <a:xfrm>
            <a:off x="1261923" y="2009775"/>
            <a:ext cx="3450827" cy="345082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08BF2-C98A-A4A2-A6D9-23775F731A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ga-IE" sz="1800" dirty="0" err="1"/>
              <a:t>The</a:t>
            </a:r>
            <a:r>
              <a:rPr lang="ga-IE" sz="1800" dirty="0"/>
              <a:t> </a:t>
            </a:r>
            <a:r>
              <a:rPr lang="ga-IE" sz="1800" dirty="0" err="1"/>
              <a:t>idea</a:t>
            </a:r>
            <a:r>
              <a:rPr lang="ga-IE" sz="1800" dirty="0"/>
              <a:t> </a:t>
            </a:r>
            <a:r>
              <a:rPr lang="ga-IE" sz="1800" dirty="0" err="1"/>
              <a:t>of</a:t>
            </a:r>
            <a:r>
              <a:rPr lang="ga-IE" sz="1800" dirty="0"/>
              <a:t> </a:t>
            </a:r>
            <a:r>
              <a:rPr lang="ga-IE" sz="1800" dirty="0" err="1"/>
              <a:t>what</a:t>
            </a:r>
            <a:r>
              <a:rPr lang="ga-IE" sz="1800" dirty="0"/>
              <a:t> </a:t>
            </a:r>
            <a:r>
              <a:rPr lang="ga-IE" sz="1800" dirty="0" err="1"/>
              <a:t>we</a:t>
            </a:r>
            <a:r>
              <a:rPr lang="ga-IE" sz="1800" dirty="0"/>
              <a:t> </a:t>
            </a:r>
            <a:r>
              <a:rPr lang="ga-IE" sz="1800" dirty="0" err="1"/>
              <a:t>have</a:t>
            </a:r>
            <a:r>
              <a:rPr lang="ga-IE" sz="1800" dirty="0"/>
              <a:t>, </a:t>
            </a:r>
            <a:r>
              <a:rPr lang="ga-IE" sz="1800" dirty="0" err="1"/>
              <a:t>we</a:t>
            </a:r>
            <a:r>
              <a:rPr lang="ga-IE" sz="1800" dirty="0"/>
              <a:t> </a:t>
            </a:r>
            <a:r>
              <a:rPr lang="ga-IE" sz="1800" dirty="0" err="1"/>
              <a:t>want</a:t>
            </a:r>
            <a:r>
              <a:rPr lang="ga-IE" sz="1800" dirty="0"/>
              <a:t> </a:t>
            </a:r>
            <a:r>
              <a:rPr lang="ga-IE" sz="1800" dirty="0" err="1"/>
              <a:t>to</a:t>
            </a:r>
            <a:r>
              <a:rPr lang="ga-IE" sz="1800" dirty="0"/>
              <a:t> </a:t>
            </a:r>
            <a:r>
              <a:rPr lang="ga-IE" sz="1800" dirty="0" err="1"/>
              <a:t>create</a:t>
            </a:r>
            <a:r>
              <a:rPr lang="ga-IE" sz="1800" dirty="0"/>
              <a:t> a </a:t>
            </a:r>
            <a:r>
              <a:rPr lang="ga-IE" sz="1800" dirty="0" err="1"/>
              <a:t>competition</a:t>
            </a:r>
            <a:r>
              <a:rPr lang="ga-IE" sz="1800" dirty="0"/>
              <a:t> </a:t>
            </a:r>
            <a:r>
              <a:rPr lang="ga-IE" sz="1800" dirty="0" err="1"/>
              <a:t>and</a:t>
            </a:r>
            <a:r>
              <a:rPr lang="ga-IE" sz="1800" dirty="0"/>
              <a:t> </a:t>
            </a:r>
            <a:r>
              <a:rPr lang="ga-IE" sz="1800" dirty="0" err="1"/>
              <a:t>creativity</a:t>
            </a:r>
            <a:r>
              <a:rPr lang="ga-IE" sz="1800" dirty="0"/>
              <a:t> </a:t>
            </a:r>
            <a:r>
              <a:rPr lang="ga-IE" sz="1800" dirty="0" err="1"/>
              <a:t>for</a:t>
            </a:r>
            <a:r>
              <a:rPr lang="ga-IE" sz="1800" dirty="0"/>
              <a:t> </a:t>
            </a:r>
            <a:r>
              <a:rPr lang="ga-IE" sz="1800" dirty="0" err="1"/>
              <a:t>our</a:t>
            </a:r>
            <a:r>
              <a:rPr lang="ga-IE" sz="1800" dirty="0"/>
              <a:t> </a:t>
            </a:r>
            <a:r>
              <a:rPr lang="ga-IE" sz="1800" dirty="0" err="1"/>
              <a:t>players</a:t>
            </a:r>
            <a:r>
              <a:rPr lang="ga-IE" sz="1800" dirty="0"/>
              <a:t> </a:t>
            </a:r>
            <a:r>
              <a:rPr lang="ga-IE" sz="1800" dirty="0" err="1"/>
              <a:t>and</a:t>
            </a:r>
            <a:r>
              <a:rPr lang="ga-IE" sz="1800" dirty="0"/>
              <a:t> </a:t>
            </a:r>
            <a:r>
              <a:rPr lang="ga-IE" sz="1800" dirty="0" err="1"/>
              <a:t>also</a:t>
            </a:r>
            <a:r>
              <a:rPr lang="ga-IE" sz="1800" dirty="0"/>
              <a:t> </a:t>
            </a:r>
            <a:r>
              <a:rPr lang="ga-IE" sz="1800" dirty="0" err="1"/>
              <a:t>assist</a:t>
            </a:r>
            <a:r>
              <a:rPr lang="ga-IE" sz="1800" dirty="0"/>
              <a:t> </a:t>
            </a:r>
            <a:r>
              <a:rPr lang="ga-IE" sz="1800" dirty="0" err="1"/>
              <a:t>the</a:t>
            </a:r>
            <a:r>
              <a:rPr lang="ga-IE" sz="1800" dirty="0"/>
              <a:t> </a:t>
            </a:r>
            <a:r>
              <a:rPr lang="ga-IE" sz="1800" dirty="0" err="1"/>
              <a:t>use</a:t>
            </a:r>
            <a:r>
              <a:rPr lang="ga-IE" sz="1800" dirty="0"/>
              <a:t> </a:t>
            </a:r>
            <a:r>
              <a:rPr lang="ga-IE" sz="1800" dirty="0" err="1"/>
              <a:t>of</a:t>
            </a:r>
            <a:r>
              <a:rPr lang="ga-IE" sz="1800" dirty="0"/>
              <a:t> AI </a:t>
            </a:r>
            <a:r>
              <a:rPr lang="ga-IE" sz="1800" dirty="0" err="1"/>
              <a:t>to</a:t>
            </a:r>
            <a:r>
              <a:rPr lang="ga-IE" sz="1800" dirty="0"/>
              <a:t> </a:t>
            </a:r>
            <a:r>
              <a:rPr lang="ga-IE" sz="1800" dirty="0" err="1"/>
              <a:t>make</a:t>
            </a:r>
            <a:r>
              <a:rPr lang="ga-IE" sz="1800" dirty="0"/>
              <a:t> </a:t>
            </a:r>
            <a:r>
              <a:rPr lang="ga-IE" sz="1800" dirty="0" err="1"/>
              <a:t>and</a:t>
            </a:r>
            <a:r>
              <a:rPr lang="ga-IE" sz="1800" dirty="0"/>
              <a:t> </a:t>
            </a:r>
            <a:r>
              <a:rPr lang="ga-IE" sz="1800" dirty="0" err="1"/>
              <a:t>determine</a:t>
            </a:r>
            <a:r>
              <a:rPr lang="ga-IE" sz="1800" dirty="0"/>
              <a:t> </a:t>
            </a:r>
            <a:r>
              <a:rPr lang="ga-IE" sz="1800" dirty="0" err="1"/>
              <a:t>of</a:t>
            </a:r>
            <a:r>
              <a:rPr lang="ga-IE" sz="1800" dirty="0"/>
              <a:t> </a:t>
            </a:r>
            <a:r>
              <a:rPr lang="ga-IE" sz="1800" dirty="0" err="1"/>
              <a:t>drawings</a:t>
            </a:r>
            <a:r>
              <a:rPr lang="ga-IE" sz="1800" dirty="0"/>
              <a:t> .</a:t>
            </a:r>
            <a:endParaRPr lang="en-IE" sz="1800" dirty="0"/>
          </a:p>
        </p:txBody>
      </p:sp>
    </p:spTree>
    <p:extLst>
      <p:ext uri="{BB962C8B-B14F-4D97-AF65-F5344CB8AC3E}">
        <p14:creationId xmlns:p14="http://schemas.microsoft.com/office/powerpoint/2010/main" val="148722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8F100-CF6C-8812-A6D8-0E0168B1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anchor="ctr">
            <a:normAutofit/>
          </a:bodyPr>
          <a:lstStyle/>
          <a:p>
            <a:r>
              <a:rPr lang="ga-IE" dirty="0" err="1"/>
              <a:t>Elevator</a:t>
            </a:r>
            <a:r>
              <a:rPr lang="ga-IE" dirty="0"/>
              <a:t> </a:t>
            </a:r>
            <a:r>
              <a:rPr lang="ga-IE" dirty="0" err="1"/>
              <a:t>pitch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9D41D-3B95-EFDB-090D-131B74AEB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7" y="640080"/>
            <a:ext cx="5122889" cy="2103120"/>
          </a:xfrm>
        </p:spPr>
        <p:txBody>
          <a:bodyPr anchor="ctr">
            <a:normAutofit fontScale="92500" lnSpcReduction="20000"/>
          </a:bodyPr>
          <a:lstStyle/>
          <a:p>
            <a:r>
              <a:rPr lang="en-US" b="1" dirty="0" err="1"/>
              <a:t>QuarkSketch</a:t>
            </a:r>
            <a:r>
              <a:rPr lang="en-US" dirty="0"/>
              <a:t> is a challenging social drawing </a:t>
            </a:r>
            <a:r>
              <a:rPr lang="ga-IE" dirty="0" err="1"/>
              <a:t>game</a:t>
            </a:r>
            <a:r>
              <a:rPr lang="ga-IE" dirty="0"/>
              <a:t> </a:t>
            </a:r>
            <a:r>
              <a:rPr lang="ga-IE" dirty="0" err="1"/>
              <a:t>using</a:t>
            </a:r>
            <a:r>
              <a:rPr lang="ga-IE" dirty="0"/>
              <a:t> </a:t>
            </a:r>
            <a:r>
              <a:rPr lang="en-US" dirty="0"/>
              <a:t>AI</a:t>
            </a:r>
            <a:r>
              <a:rPr lang="ga-IE" dirty="0"/>
              <a:t> </a:t>
            </a:r>
            <a:r>
              <a:rPr lang="ga-IE" dirty="0" err="1"/>
              <a:t>technology</a:t>
            </a:r>
            <a:endParaRPr lang="en-US" dirty="0"/>
          </a:p>
          <a:p>
            <a:r>
              <a:rPr lang="en-US" dirty="0"/>
              <a:t>Players draw, guess, and compete in real-time while facing creative challenges</a:t>
            </a:r>
            <a:endParaRPr lang="ga-IE" dirty="0"/>
          </a:p>
          <a:p>
            <a:r>
              <a:rPr lang="ga-IE" dirty="0" err="1"/>
              <a:t>The</a:t>
            </a:r>
            <a:r>
              <a:rPr lang="ga-IE" dirty="0"/>
              <a:t> AI </a:t>
            </a:r>
            <a:r>
              <a:rPr lang="ga-IE" dirty="0" err="1"/>
              <a:t>will</a:t>
            </a:r>
            <a:r>
              <a:rPr lang="ga-IE" dirty="0"/>
              <a:t> </a:t>
            </a:r>
            <a:r>
              <a:rPr lang="ga-IE" dirty="0" err="1"/>
              <a:t>determine</a:t>
            </a:r>
            <a:r>
              <a:rPr lang="ga-IE" dirty="0"/>
              <a:t> </a:t>
            </a:r>
            <a:r>
              <a:rPr lang="ga-IE" dirty="0" err="1"/>
              <a:t>of</a:t>
            </a:r>
            <a:r>
              <a:rPr lang="ga-IE" dirty="0"/>
              <a:t> </a:t>
            </a:r>
            <a:r>
              <a:rPr lang="ga-IE" dirty="0" err="1"/>
              <a:t>its</a:t>
            </a:r>
            <a:r>
              <a:rPr lang="ga-IE" dirty="0"/>
              <a:t> </a:t>
            </a:r>
            <a:r>
              <a:rPr lang="ga-IE" dirty="0" err="1"/>
              <a:t>drawings</a:t>
            </a:r>
            <a:endParaRPr lang="en-US" dirty="0"/>
          </a:p>
          <a:p>
            <a:r>
              <a:rPr lang="ga-IE" dirty="0" err="1"/>
              <a:t>Players</a:t>
            </a:r>
            <a:r>
              <a:rPr lang="ga-IE" dirty="0"/>
              <a:t> </a:t>
            </a:r>
            <a:r>
              <a:rPr lang="ga-IE" dirty="0" err="1"/>
              <a:t>will</a:t>
            </a:r>
            <a:r>
              <a:rPr lang="ga-IE" dirty="0"/>
              <a:t> </a:t>
            </a:r>
            <a:r>
              <a:rPr lang="ga-IE" dirty="0" err="1"/>
              <a:t>vote</a:t>
            </a:r>
            <a:r>
              <a:rPr lang="ga-IE" dirty="0"/>
              <a:t> </a:t>
            </a:r>
            <a:r>
              <a:rPr lang="ga-IE" dirty="0" err="1"/>
              <a:t>for</a:t>
            </a:r>
            <a:r>
              <a:rPr lang="ga-IE" dirty="0"/>
              <a:t> </a:t>
            </a:r>
            <a:r>
              <a:rPr lang="ga-IE" dirty="0" err="1"/>
              <a:t>which</a:t>
            </a:r>
            <a:r>
              <a:rPr lang="ga-IE" dirty="0"/>
              <a:t> </a:t>
            </a:r>
            <a:r>
              <a:rPr lang="ga-IE" dirty="0" err="1"/>
              <a:t>drawing</a:t>
            </a:r>
            <a:r>
              <a:rPr lang="ga-IE" dirty="0"/>
              <a:t> is most </a:t>
            </a:r>
            <a:r>
              <a:rPr lang="ga-IE" dirty="0" err="1"/>
              <a:t>accurate</a:t>
            </a:r>
            <a:r>
              <a:rPr lang="ga-IE" dirty="0"/>
              <a:t> </a:t>
            </a:r>
            <a:r>
              <a:rPr lang="ga-IE" dirty="0" err="1"/>
              <a:t>which</a:t>
            </a:r>
            <a:r>
              <a:rPr lang="ga-IE" dirty="0"/>
              <a:t> </a:t>
            </a:r>
            <a:r>
              <a:rPr lang="ga-IE" dirty="0" err="1"/>
              <a:t>determines</a:t>
            </a:r>
            <a:r>
              <a:rPr lang="ga-IE" dirty="0"/>
              <a:t> </a:t>
            </a:r>
            <a:r>
              <a:rPr lang="ga-IE" dirty="0" err="1"/>
              <a:t>the</a:t>
            </a:r>
            <a:r>
              <a:rPr lang="ga-IE" dirty="0"/>
              <a:t> </a:t>
            </a:r>
            <a:r>
              <a:rPr lang="ga-IE" dirty="0" err="1"/>
              <a:t>number</a:t>
            </a:r>
            <a:r>
              <a:rPr lang="ga-IE" dirty="0"/>
              <a:t> </a:t>
            </a:r>
            <a:r>
              <a:rPr lang="ga-IE" dirty="0" err="1"/>
              <a:t>of</a:t>
            </a:r>
            <a:r>
              <a:rPr lang="ga-IE" dirty="0"/>
              <a:t> </a:t>
            </a:r>
            <a:r>
              <a:rPr lang="ga-IE" dirty="0" err="1"/>
              <a:t>votes</a:t>
            </a:r>
            <a:endParaRPr lang="en-US" dirty="0"/>
          </a:p>
          <a:p>
            <a:endParaRPr lang="en-IE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B6AC99D-537B-F4E9-7B3A-78D09A8967E7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2"/>
          <a:stretch>
            <a:fillRect/>
          </a:stretch>
        </p:blipFill>
        <p:spPr>
          <a:xfrm>
            <a:off x="1953272" y="3017520"/>
            <a:ext cx="9027928" cy="3208866"/>
          </a:xfrm>
          <a:noFill/>
        </p:spPr>
      </p:pic>
    </p:spTree>
    <p:extLst>
      <p:ext uri="{BB962C8B-B14F-4D97-AF65-F5344CB8AC3E}">
        <p14:creationId xmlns:p14="http://schemas.microsoft.com/office/powerpoint/2010/main" val="19980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0383-FFE0-9CFC-8AD8-FE36B877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ga-IE" dirty="0"/>
              <a:t>IN </a:t>
            </a:r>
            <a:r>
              <a:rPr lang="ga-IE" dirty="0" err="1"/>
              <a:t>scope</a:t>
            </a:r>
            <a:r>
              <a:rPr lang="ga-IE" dirty="0"/>
              <a:t>/</a:t>
            </a:r>
            <a:r>
              <a:rPr lang="ga-IE" dirty="0" err="1"/>
              <a:t>not</a:t>
            </a:r>
            <a:r>
              <a:rPr lang="ga-IE" dirty="0"/>
              <a:t> </a:t>
            </a:r>
            <a:r>
              <a:rPr lang="ga-IE" dirty="0" err="1"/>
              <a:t>list</a:t>
            </a:r>
            <a:endParaRPr lang="en-IE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A8203EB-E882-D85F-95BD-46E755FA00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85396" y="2327440"/>
            <a:ext cx="4435847" cy="4040574"/>
          </a:xfrm>
          <a:noFill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ACAE9-495A-F079-D512-38A23B4CB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>
            <a:normAutofit/>
          </a:bodyPr>
          <a:lstStyle/>
          <a:p>
            <a:r>
              <a:rPr lang="en-US"/>
              <a:t>In Scope</a:t>
            </a:r>
          </a:p>
          <a:p>
            <a:r>
              <a:rPr lang="en-US"/>
              <a:t>In development for Android applications</a:t>
            </a:r>
          </a:p>
          <a:p>
            <a:r>
              <a:rPr lang="en-US"/>
              <a:t>Responsive and readable UI</a:t>
            </a:r>
          </a:p>
          <a:p>
            <a:r>
              <a:rPr lang="en-US"/>
              <a:t>Core-app features (drawing features, game settings)</a:t>
            </a:r>
          </a:p>
          <a:p>
            <a:r>
              <a:rPr lang="en-US"/>
              <a:t>Frequent testing and bug fixing</a:t>
            </a:r>
          </a:p>
          <a:p>
            <a:r>
              <a:rPr lang="en-US"/>
              <a:t>Out of Scope</a:t>
            </a:r>
          </a:p>
          <a:p>
            <a:r>
              <a:rPr lang="en-US"/>
              <a:t>Post-launch new features development</a:t>
            </a:r>
          </a:p>
          <a:p>
            <a:r>
              <a:rPr lang="en-US"/>
              <a:t>Marketing</a:t>
            </a:r>
          </a:p>
          <a:p>
            <a:r>
              <a:rPr lang="en-US"/>
              <a:t>PC Client application standalone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4238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092EC03-B44D-CFF9-AD72-87BDCCBC1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anchor="ctr">
            <a:normAutofit/>
          </a:bodyPr>
          <a:lstStyle/>
          <a:p>
            <a:r>
              <a:rPr lang="ga-IE" sz="3700" dirty="0" err="1"/>
              <a:t>Meet</a:t>
            </a:r>
            <a:r>
              <a:rPr lang="ga-IE" sz="3700" dirty="0"/>
              <a:t> </a:t>
            </a:r>
            <a:r>
              <a:rPr lang="ga-IE" sz="3700" dirty="0" err="1"/>
              <a:t>the</a:t>
            </a:r>
            <a:r>
              <a:rPr lang="ga-IE" sz="3700" dirty="0"/>
              <a:t> neighbours</a:t>
            </a:r>
            <a:endParaRPr lang="en-US" sz="370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AC4410C-E3FE-9AA5-46D0-15E8950D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7" y="640080"/>
            <a:ext cx="5122889" cy="2103120"/>
          </a:xfrm>
        </p:spPr>
        <p:txBody>
          <a:bodyPr anchor="ctr">
            <a:normAutofit/>
          </a:bodyPr>
          <a:lstStyle/>
          <a:p>
            <a:r>
              <a:rPr lang="en-IE" dirty="0"/>
              <a:t>Marko </a:t>
            </a:r>
            <a:r>
              <a:rPr lang="en-IE" dirty="0" err="1"/>
              <a:t>Radojcic</a:t>
            </a:r>
            <a:r>
              <a:rPr lang="en-IE" dirty="0"/>
              <a:t> – QA Tester</a:t>
            </a:r>
          </a:p>
          <a:p>
            <a:r>
              <a:rPr lang="en-IE" dirty="0"/>
              <a:t>Niall Concannon – Project Owner</a:t>
            </a:r>
          </a:p>
          <a:p>
            <a:r>
              <a:rPr lang="en-IE" dirty="0"/>
              <a:t>Daniel Balcerzak – Scrum Master</a:t>
            </a:r>
          </a:p>
          <a:p>
            <a:r>
              <a:rPr lang="en-IE" dirty="0"/>
              <a:t>Kamil </a:t>
            </a:r>
            <a:r>
              <a:rPr lang="en-IE" dirty="0" err="1"/>
              <a:t>Ciemniejewski</a:t>
            </a:r>
            <a:r>
              <a:rPr lang="en-IE" dirty="0"/>
              <a:t> – Dev Ops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AC4DE9-9734-3EA7-5C7B-23F80A268ECD}"/>
              </a:ext>
            </a:extLst>
          </p:cNvPr>
          <p:cNvPicPr>
            <a:picLocks noGrp="1" noChangeAspect="1" noChangeArrowheads="1"/>
          </p:cNvPicPr>
          <p:nvPr>
            <p:ph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2" r="-1" b="20419"/>
          <a:stretch>
            <a:fillRect/>
          </a:stretch>
        </p:blipFill>
        <p:spPr bwMode="auto">
          <a:xfrm>
            <a:off x="1280160" y="3017520"/>
            <a:ext cx="10374152" cy="320886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81331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8DD6B29-178E-DD15-02DC-B8FBBBCB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544" y="614202"/>
            <a:ext cx="5918072" cy="2276856"/>
          </a:xfrm>
        </p:spPr>
        <p:txBody>
          <a:bodyPr/>
          <a:lstStyle/>
          <a:p>
            <a:r>
              <a:rPr lang="ga-IE" dirty="0" err="1"/>
              <a:t>Architecture</a:t>
            </a:r>
            <a:r>
              <a:rPr lang="ga-IE" dirty="0"/>
              <a:t> </a:t>
            </a:r>
            <a:r>
              <a:rPr lang="ga-IE" dirty="0" err="1"/>
              <a:t>overview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E06ADE3-B222-DE8B-0445-ABE4DC26D3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2530058"/>
            <a:ext cx="3707972" cy="3707971"/>
          </a:xfrm>
        </p:spPr>
        <p:txBody>
          <a:bodyPr/>
          <a:lstStyle/>
          <a:p>
            <a:endParaRPr lang="en-IE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E4934EC-B735-334B-AD06-715FFDB186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Players configure difficulty and player count</a:t>
            </a:r>
          </a:p>
          <a:p>
            <a:r>
              <a:rPr lang="en-US" dirty="0"/>
              <a:t>AI randomly selects a drawing topic based on difficulty</a:t>
            </a:r>
          </a:p>
          <a:p>
            <a:r>
              <a:rPr lang="en-US" dirty="0"/>
              <a:t>Drawing Phase - All players draw their interpretation</a:t>
            </a:r>
          </a:p>
          <a:p>
            <a:r>
              <a:rPr lang="en-US" dirty="0"/>
              <a:t>Submission Check - System waits for all players to finish</a:t>
            </a:r>
          </a:p>
          <a:p>
            <a:r>
              <a:rPr lang="en-US" dirty="0"/>
              <a:t>Display Drawings - All submissions shown to players</a:t>
            </a:r>
          </a:p>
          <a:p>
            <a:r>
              <a:rPr lang="en-US" dirty="0"/>
              <a:t>Voting Phase - Players vote for the best drawing and allocate vote points</a:t>
            </a:r>
          </a:p>
          <a:p>
            <a:r>
              <a:rPr lang="en-US" dirty="0"/>
              <a:t>Calculate Results - System tallies votes</a:t>
            </a:r>
          </a:p>
          <a:p>
            <a:r>
              <a:rPr lang="en-US" dirty="0"/>
              <a:t>Display Winner - Leaderboard and winner announcement</a:t>
            </a:r>
          </a:p>
        </p:txBody>
      </p:sp>
    </p:spTree>
    <p:extLst>
      <p:ext uri="{BB962C8B-B14F-4D97-AF65-F5344CB8AC3E}">
        <p14:creationId xmlns:p14="http://schemas.microsoft.com/office/powerpoint/2010/main" val="411874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9060-6798-B578-45A9-02BF146C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 err="1"/>
              <a:t>What</a:t>
            </a:r>
            <a:r>
              <a:rPr lang="ga-IE" dirty="0"/>
              <a:t> </a:t>
            </a:r>
            <a:r>
              <a:rPr lang="ga-IE" dirty="0" err="1"/>
              <a:t>keeps</a:t>
            </a:r>
            <a:r>
              <a:rPr lang="ga-IE" dirty="0"/>
              <a:t> </a:t>
            </a:r>
            <a:r>
              <a:rPr lang="ga-IE" dirty="0" err="1"/>
              <a:t>us</a:t>
            </a:r>
            <a:r>
              <a:rPr lang="ga-IE" dirty="0"/>
              <a:t> </a:t>
            </a:r>
            <a:r>
              <a:rPr lang="ga-IE" dirty="0" err="1"/>
              <a:t>up</a:t>
            </a:r>
            <a:r>
              <a:rPr lang="ga-IE" dirty="0"/>
              <a:t> at </a:t>
            </a:r>
            <a:r>
              <a:rPr lang="ga-IE" dirty="0" err="1"/>
              <a:t>night</a:t>
            </a:r>
            <a:r>
              <a:rPr lang="ga-IE" dirty="0"/>
              <a:t>?</a:t>
            </a:r>
            <a:endParaRPr lang="en-IE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2FB56FB-0373-4DDD-03E5-038689246B1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7549" r="1754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17BC3-3C9D-39AF-DE27-8CBC302DA0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 of the risks that can occur are:</a:t>
            </a:r>
          </a:p>
          <a:p>
            <a:r>
              <a:rPr lang="en-US" dirty="0"/>
              <a:t>Adding too many features and running out of time</a:t>
            </a:r>
          </a:p>
          <a:p>
            <a:r>
              <a:rPr lang="en-US" dirty="0"/>
              <a:t>Bugs or performance issues with the drawing canvas</a:t>
            </a:r>
          </a:p>
          <a:p>
            <a:r>
              <a:rPr lang="en-US" dirty="0"/>
              <a:t>Difficulty balancing team workload</a:t>
            </a:r>
          </a:p>
          <a:p>
            <a:r>
              <a:rPr lang="en-US" dirty="0"/>
              <a:t>Underestimate how long features will take to implement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01947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F087-FA32-7E23-91AE-5A64667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ga-IE" dirty="0" err="1"/>
              <a:t>Size</a:t>
            </a:r>
            <a:r>
              <a:rPr lang="ga-IE" dirty="0"/>
              <a:t> </a:t>
            </a:r>
            <a:r>
              <a:rPr lang="ga-IE" dirty="0" err="1"/>
              <a:t>it</a:t>
            </a:r>
            <a:r>
              <a:rPr lang="ga-IE" dirty="0"/>
              <a:t> </a:t>
            </a:r>
            <a:r>
              <a:rPr lang="ga-IE" dirty="0" err="1"/>
              <a:t>up</a:t>
            </a:r>
            <a:endParaRPr lang="en-IE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14DDE6F-462A-29E9-06E0-460CC9A110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84781" y="2327440"/>
            <a:ext cx="4437078" cy="4040574"/>
          </a:xfrm>
          <a:noFill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16655-2ADB-DC52-F872-7F287DE3A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>
            <a:normAutofit/>
          </a:bodyPr>
          <a:lstStyle/>
          <a:p>
            <a:r>
              <a:rPr lang="en-US" dirty="0"/>
              <a:t>We can’t say exactly how long it’s going to take to do this project. However:</a:t>
            </a:r>
          </a:p>
          <a:p>
            <a:r>
              <a:rPr lang="en-US" dirty="0"/>
              <a:t>Estimated project duration is around 8 weeks</a:t>
            </a:r>
          </a:p>
          <a:p>
            <a:r>
              <a:rPr lang="en-US" dirty="0"/>
              <a:t>Core functionality developed first</a:t>
            </a:r>
          </a:p>
          <a:p>
            <a:r>
              <a:rPr lang="en-US" dirty="0"/>
              <a:t>Features built in small Scrum sprints</a:t>
            </a:r>
          </a:p>
          <a:p>
            <a:r>
              <a:rPr lang="en-US" dirty="0"/>
              <a:t>Improvements and testing will be done throughout development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57510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E3AA-7CE3-E1E0-67B1-865E9890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anchor="ctr">
            <a:normAutofit/>
          </a:bodyPr>
          <a:lstStyle/>
          <a:p>
            <a:r>
              <a:rPr lang="ga-IE" dirty="0" err="1"/>
              <a:t>Whats</a:t>
            </a:r>
            <a:r>
              <a:rPr lang="ga-IE" dirty="0"/>
              <a:t> </a:t>
            </a:r>
            <a:r>
              <a:rPr lang="ga-IE" dirty="0" err="1"/>
              <a:t>going</a:t>
            </a:r>
            <a:r>
              <a:rPr lang="ga-IE" dirty="0"/>
              <a:t> </a:t>
            </a:r>
            <a:r>
              <a:rPr lang="ga-IE" dirty="0" err="1"/>
              <a:t>to</a:t>
            </a:r>
            <a:r>
              <a:rPr lang="ga-IE" dirty="0"/>
              <a:t> </a:t>
            </a:r>
            <a:r>
              <a:rPr lang="ga-IE" dirty="0" err="1"/>
              <a:t>give</a:t>
            </a:r>
            <a:endParaRPr lang="en-I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B033A7-863D-3065-A928-702D549545F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r="1" b="27420"/>
          <a:stretch>
            <a:fillRect/>
          </a:stretch>
        </p:blipFill>
        <p:spPr>
          <a:xfrm>
            <a:off x="1279526" y="1533524"/>
            <a:ext cx="4663440" cy="1895475"/>
          </a:xfr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5AB14C4-E1F5-EE00-14B1-8AB6219E08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80160" y="3482974"/>
            <a:ext cx="4244340" cy="1841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0005-4EE7-3D1D-05A7-858D0D09F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80160" y="4692058"/>
            <a:ext cx="4663440" cy="1584918"/>
          </a:xfrm>
        </p:spPr>
        <p:txBody>
          <a:bodyPr anchor="t">
            <a:normAutofit/>
          </a:bodyPr>
          <a:lstStyle/>
          <a:p>
            <a:r>
              <a:rPr lang="en-US" sz="1500" dirty="0"/>
              <a:t>Extra drawing tolls will be removed if needed</a:t>
            </a:r>
          </a:p>
          <a:p>
            <a:r>
              <a:rPr lang="en-US" sz="1500" dirty="0"/>
              <a:t>User accounts or score history may be dropped</a:t>
            </a:r>
          </a:p>
          <a:p>
            <a:r>
              <a:rPr lang="en-US" sz="1500" dirty="0"/>
              <a:t>UI design may be simplified</a:t>
            </a:r>
          </a:p>
          <a:p>
            <a:r>
              <a:rPr lang="en-US" sz="1500" dirty="0"/>
              <a:t>Main focus will remain on canvas, prompts and timer</a:t>
            </a:r>
          </a:p>
          <a:p>
            <a:endParaRPr lang="en-IE" sz="1500" dirty="0"/>
          </a:p>
        </p:txBody>
      </p:sp>
    </p:spTree>
    <p:extLst>
      <p:ext uri="{BB962C8B-B14F-4D97-AF65-F5344CB8AC3E}">
        <p14:creationId xmlns:p14="http://schemas.microsoft.com/office/powerpoint/2010/main" val="2071137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C47E2AF-EA04-5569-D715-F2712736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5A091F6-2692-BBCC-3306-F967F4CC06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75" y="2952751"/>
            <a:ext cx="10561647" cy="231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607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FE50-5C77-4CBE-23AA-0850C42D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 err="1"/>
              <a:t>Whats</a:t>
            </a:r>
            <a:r>
              <a:rPr lang="ga-IE" dirty="0"/>
              <a:t> </a:t>
            </a:r>
            <a:r>
              <a:rPr lang="ga-IE" dirty="0" err="1"/>
              <a:t>it</a:t>
            </a:r>
            <a:r>
              <a:rPr lang="ga-IE" dirty="0"/>
              <a:t> </a:t>
            </a:r>
            <a:r>
              <a:rPr lang="ga-IE" dirty="0" err="1"/>
              <a:t>going</a:t>
            </a:r>
            <a:r>
              <a:rPr lang="ga-IE" dirty="0"/>
              <a:t> </a:t>
            </a:r>
            <a:r>
              <a:rPr lang="ga-IE" dirty="0" err="1"/>
              <a:t>to</a:t>
            </a:r>
            <a:r>
              <a:rPr lang="ga-IE" dirty="0"/>
              <a:t> </a:t>
            </a:r>
            <a:r>
              <a:rPr lang="ga-IE" dirty="0" err="1"/>
              <a:t>take</a:t>
            </a:r>
            <a:r>
              <a:rPr lang="ga-IE" dirty="0"/>
              <a:t>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3B0B3-83EF-DBD4-45CF-977BFB00A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Time</a:t>
            </a:r>
            <a:endParaRPr lang="en-US" dirty="0"/>
          </a:p>
          <a:p>
            <a:r>
              <a:rPr lang="en-US" dirty="0"/>
              <a:t>12/02: Idea chosen</a:t>
            </a:r>
          </a:p>
          <a:p>
            <a:r>
              <a:rPr lang="en-US" dirty="0"/>
              <a:t>19/02: Requirements ready</a:t>
            </a:r>
          </a:p>
          <a:p>
            <a:r>
              <a:rPr lang="en-US" dirty="0"/>
              <a:t>26/02–05/03: Core drawing + UI</a:t>
            </a:r>
          </a:p>
          <a:p>
            <a:r>
              <a:rPr lang="en-US" dirty="0"/>
              <a:t>12/03–19/03: AI game + multiplayer</a:t>
            </a:r>
          </a:p>
          <a:p>
            <a:r>
              <a:rPr lang="en-US" dirty="0"/>
              <a:t>26/03–16/04: Integration &amp; testing</a:t>
            </a:r>
          </a:p>
          <a:p>
            <a:r>
              <a:rPr lang="en-US" dirty="0"/>
              <a:t>23/04: Present</a:t>
            </a:r>
            <a:endParaRPr lang="ga-IE" dirty="0"/>
          </a:p>
          <a:p>
            <a:r>
              <a:rPr lang="en-US" b="1" dirty="0"/>
              <a:t>Cost</a:t>
            </a:r>
            <a:endParaRPr lang="en-US" dirty="0"/>
          </a:p>
          <a:p>
            <a:r>
              <a:rPr lang="en-US" dirty="0"/>
              <a:t>Minimal (student project; dev time + free/open-source tools)</a:t>
            </a:r>
          </a:p>
          <a:p>
            <a:pPr marL="0" indent="0">
              <a:buNone/>
            </a:pPr>
            <a:r>
              <a:rPr lang="en-US" b="1" dirty="0"/>
              <a:t>Resources</a:t>
            </a:r>
            <a:endParaRPr lang="en-US" dirty="0"/>
          </a:p>
          <a:p>
            <a:r>
              <a:rPr lang="en-US" dirty="0"/>
              <a:t>4 people: frontend, backend, AI, UI/UX &amp; testing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783384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367561EDFC24408753B82B44F53323" ma:contentTypeVersion="10" ma:contentTypeDescription="Create a new document." ma:contentTypeScope="" ma:versionID="c728ba2b4f96dfe5cf1c34adcd65af1b">
  <xsd:schema xmlns:xsd="http://www.w3.org/2001/XMLSchema" xmlns:xs="http://www.w3.org/2001/XMLSchema" xmlns:p="http://schemas.microsoft.com/office/2006/metadata/properties" xmlns:ns2="6e19e4a8-7018-4def-82ba-c3338f45d904" xmlns:ns3="dbc329c0-6bb7-45e9-958e-87a9f2c9e08c" targetNamespace="http://schemas.microsoft.com/office/2006/metadata/properties" ma:root="true" ma:fieldsID="5f7e3b02d76aebf0b078123139f8c7f1" ns2:_="" ns3:_="">
    <xsd:import namespace="6e19e4a8-7018-4def-82ba-c3338f45d904"/>
    <xsd:import namespace="dbc329c0-6bb7-45e9-958e-87a9f2c9e0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19e4a8-7018-4def-82ba-c3338f45d9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2ebe027-fa64-4e30-bdb2-92b74caeb8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c329c0-6bb7-45e9-958e-87a9f2c9e08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a5fcae6-b5ef-45a7-b08d-305ed2c894d3}" ma:internalName="TaxCatchAll" ma:showField="CatchAllData" ma:web="dbc329c0-6bb7-45e9-958e-87a9f2c9e0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19e4a8-7018-4def-82ba-c3338f45d904">
      <Terms xmlns="http://schemas.microsoft.com/office/infopath/2007/PartnerControls"/>
    </lcf76f155ced4ddcb4097134ff3c332f>
    <TaxCatchAll xmlns="dbc329c0-6bb7-45e9-958e-87a9f2c9e08c" xsi:nil="true"/>
  </documentManagement>
</p:properties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FB9BB8-7E76-4350-AAEB-4D000409E1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19e4a8-7018-4def-82ba-c3338f45d904"/>
    <ds:schemaRef ds:uri="dbc329c0-6bb7-45e9-958e-87a9f2c9e0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  <ds:schemaRef ds:uri="6e19e4a8-7018-4def-82ba-c3338f45d904"/>
    <ds:schemaRef ds:uri="dbc329c0-6bb7-45e9-958e-87a9f2c9e08c"/>
  </ds:schemaRefs>
</ds:datastoreItem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{21FC4C54-A5FD-468A-A427-9A98A19F337D}372c19de-dfd4-4de7-9293-53c5fa2d1f7c-TF54b766f8-63ee-43b7-9d15-113a5f305028b8e3081f_win32</Template>
  <TotalTime>85</TotalTime>
  <Words>409</Words>
  <Application>Microsoft Office PowerPoint</Application>
  <PresentationFormat>Widescreen</PresentationFormat>
  <Paragraphs>62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GradientVTI</vt:lpstr>
      <vt:lpstr>QuarcksTACK OVERVIEW</vt:lpstr>
      <vt:lpstr>WHY ARE WE HERE</vt:lpstr>
      <vt:lpstr>Elevator pitch</vt:lpstr>
      <vt:lpstr>IN scope/not list</vt:lpstr>
      <vt:lpstr>Meet the neighbours</vt:lpstr>
      <vt:lpstr>Architecture overview</vt:lpstr>
      <vt:lpstr>What keeps us up at night?</vt:lpstr>
      <vt:lpstr>Size it up</vt:lpstr>
      <vt:lpstr>Whats going to give</vt:lpstr>
      <vt:lpstr>PowerPoint Presentation</vt:lpstr>
      <vt:lpstr>Whats it going to take?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RADOJCIC - STUDENT</dc:creator>
  <cp:lastModifiedBy>MARKO RADOJCIC - STUDENT</cp:lastModifiedBy>
  <cp:revision>3</cp:revision>
  <dcterms:created xsi:type="dcterms:W3CDTF">2026-02-10T11:24:27Z</dcterms:created>
  <dcterms:modified xsi:type="dcterms:W3CDTF">2026-03-10T11:43:17Z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0x01010086367561EDFC24408753B82B44F53323</vt:lpwstr>
  </property>
</Properties>
</file>